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xlsx" ContentType="application/vnd.openxmlformats-officedocument.spreadsheetml.sheet"/>
  <Default Extension="jpg" ContentType="image/jp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1.xml" ContentType="application/vnd.openxmlformats-officedocument.presentationml.comments+xml"/>
  <Override PartName="/ppt/notesSlides/notesSlide4.xml" ContentType="application/vnd.openxmlformats-officedocument.presentationml.notesSlide+xml"/>
  <Override PartName="/ppt/comments/comment2.xml" ContentType="application/vnd.openxmlformats-officedocument.presentationml.comment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5"/>
  </p:notesMasterIdLst>
  <p:sldIdLst>
    <p:sldId id="256" r:id="rId2"/>
    <p:sldId id="351" r:id="rId3"/>
    <p:sldId id="327" r:id="rId4"/>
    <p:sldId id="352" r:id="rId5"/>
    <p:sldId id="328" r:id="rId6"/>
    <p:sldId id="354" r:id="rId7"/>
    <p:sldId id="332" r:id="rId8"/>
    <p:sldId id="355" r:id="rId9"/>
    <p:sldId id="279" r:id="rId10"/>
    <p:sldId id="401" r:id="rId11"/>
    <p:sldId id="393" r:id="rId12"/>
    <p:sldId id="356" r:id="rId13"/>
    <p:sldId id="324" r:id="rId14"/>
    <p:sldId id="381" r:id="rId15"/>
    <p:sldId id="395" r:id="rId16"/>
    <p:sldId id="402" r:id="rId17"/>
    <p:sldId id="396" r:id="rId18"/>
    <p:sldId id="403" r:id="rId19"/>
    <p:sldId id="357" r:id="rId20"/>
    <p:sldId id="398" r:id="rId21"/>
    <p:sldId id="399" r:id="rId22"/>
    <p:sldId id="400" r:id="rId23"/>
    <p:sldId id="360" r:id="rId24"/>
  </p:sldIdLst>
  <p:sldSz cx="5765800" cy="3244850"/>
  <p:notesSz cx="5765800" cy="32448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endy Rosettini" initials="WR" lastIdx="2" clrIdx="0">
    <p:extLst>
      <p:ext uri="{19B8F6BF-5375-455C-9EA6-DF929625EA0E}">
        <p15:presenceInfo xmlns:p15="http://schemas.microsoft.com/office/powerpoint/2012/main" userId="S::Rosettini.2150048@studenti.uniroma1.it::5a731347-898b-4581-9e3d-594f5d22a839" providerId="AD"/>
      </p:ext>
    </p:extLst>
  </p:cmAuthor>
  <p:cmAuthor id="2" name="Antonio Lissa Lattanzio" initials="ALL" lastIdx="8" clrIdx="1">
    <p:extLst>
      <p:ext uri="{19B8F6BF-5375-455C-9EA6-DF929625EA0E}">
        <p15:presenceInfo xmlns:p15="http://schemas.microsoft.com/office/powerpoint/2012/main" userId="S-1-5-21-199485690-3798236883-1769567645-5861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02B2A"/>
    <a:srgbClr val="802B2B"/>
    <a:srgbClr val="590302"/>
    <a:srgbClr val="8F3432"/>
    <a:srgbClr val="9537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200" d="100"/>
          <a:sy n="200" d="100"/>
        </p:scale>
        <p:origin x="226" y="-624"/>
      </p:cViewPr>
      <p:guideLst>
        <p:guide orient="horz" pos="288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it-IT" sz="1200" baseline="0" dirty="0"/>
              <a:t>Results by Task </a:t>
            </a:r>
            <a:r>
              <a:rPr lang="it-IT" sz="1200" baseline="0" dirty="0" err="1"/>
              <a:t>Complexity</a:t>
            </a:r>
            <a:r>
              <a:rPr lang="it-IT" sz="1200" baseline="0" dirty="0"/>
              <a:t> (%)</a:t>
            </a:r>
            <a:endParaRPr lang="it-IT" sz="1200" dirty="0"/>
          </a:p>
        </c:rich>
      </c:tx>
      <c:layout>
        <c:manualLayout>
          <c:xMode val="edge"/>
          <c:yMode val="edge"/>
          <c:x val="0.25084656041895648"/>
          <c:y val="0"/>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it-IT"/>
        </a:p>
      </c:txPr>
    </c:title>
    <c:autoTitleDeleted val="0"/>
    <c:plotArea>
      <c:layout>
        <c:manualLayout>
          <c:layoutTarget val="inner"/>
          <c:xMode val="edge"/>
          <c:yMode val="edge"/>
          <c:x val="0.12488491407220904"/>
          <c:y val="0.17819125895875171"/>
          <c:w val="0.8453794056870334"/>
          <c:h val="0.54838564913926524"/>
        </c:manualLayout>
      </c:layout>
      <c:barChart>
        <c:barDir val="col"/>
        <c:grouping val="clustered"/>
        <c:varyColors val="0"/>
        <c:ser>
          <c:idx val="0"/>
          <c:order val="0"/>
          <c:tx>
            <c:strRef>
              <c:f>Foglio1!$B$1</c:f>
              <c:strCache>
                <c:ptCount val="1"/>
                <c:pt idx="0">
                  <c:v>FUNES</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Foglio1!$A$2:$A$4</c:f>
              <c:strCache>
                <c:ptCount val="3"/>
                <c:pt idx="0">
                  <c:v>Easy</c:v>
                </c:pt>
                <c:pt idx="1">
                  <c:v>Medium</c:v>
                </c:pt>
                <c:pt idx="2">
                  <c:v>Hard</c:v>
                </c:pt>
              </c:strCache>
            </c:strRef>
          </c:cat>
          <c:val>
            <c:numRef>
              <c:f>Foglio1!$B$2:$B$4</c:f>
              <c:numCache>
                <c:formatCode>General</c:formatCode>
                <c:ptCount val="3"/>
                <c:pt idx="0">
                  <c:v>96</c:v>
                </c:pt>
                <c:pt idx="1">
                  <c:v>87</c:v>
                </c:pt>
                <c:pt idx="2">
                  <c:v>86</c:v>
                </c:pt>
              </c:numCache>
            </c:numRef>
          </c:val>
          <c:extLst>
            <c:ext xmlns:c16="http://schemas.microsoft.com/office/drawing/2014/chart" uri="{C3380CC4-5D6E-409C-BE32-E72D297353CC}">
              <c16:uniqueId val="{00000000-8788-4B50-B590-06E6B881C16E}"/>
            </c:ext>
          </c:extLst>
        </c:ser>
        <c:ser>
          <c:idx val="1"/>
          <c:order val="1"/>
          <c:tx>
            <c:strRef>
              <c:f>Foglio1!$C$1</c:f>
              <c:strCache>
                <c:ptCount val="1"/>
                <c:pt idx="0">
                  <c:v>Llama</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Foglio1!$A$2:$A$4</c:f>
              <c:strCache>
                <c:ptCount val="3"/>
                <c:pt idx="0">
                  <c:v>Easy</c:v>
                </c:pt>
                <c:pt idx="1">
                  <c:v>Medium</c:v>
                </c:pt>
                <c:pt idx="2">
                  <c:v>Hard</c:v>
                </c:pt>
              </c:strCache>
            </c:strRef>
          </c:cat>
          <c:val>
            <c:numRef>
              <c:f>Foglio1!$C$2:$C$4</c:f>
              <c:numCache>
                <c:formatCode>General</c:formatCode>
                <c:ptCount val="3"/>
                <c:pt idx="0">
                  <c:v>46</c:v>
                </c:pt>
                <c:pt idx="1">
                  <c:v>72</c:v>
                </c:pt>
                <c:pt idx="2">
                  <c:v>74</c:v>
                </c:pt>
              </c:numCache>
            </c:numRef>
          </c:val>
          <c:extLst>
            <c:ext xmlns:c16="http://schemas.microsoft.com/office/drawing/2014/chart" uri="{C3380CC4-5D6E-409C-BE32-E72D297353CC}">
              <c16:uniqueId val="{00000001-8788-4B50-B590-06E6B881C16E}"/>
            </c:ext>
          </c:extLst>
        </c:ser>
        <c:dLbls>
          <c:showLegendKey val="0"/>
          <c:showVal val="0"/>
          <c:showCatName val="0"/>
          <c:showSerName val="0"/>
          <c:showPercent val="0"/>
          <c:showBubbleSize val="0"/>
        </c:dLbls>
        <c:gapWidth val="219"/>
        <c:overlap val="-27"/>
        <c:axId val="560901647"/>
        <c:axId val="74138399"/>
      </c:barChart>
      <c:catAx>
        <c:axId val="5609016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it-IT"/>
          </a:p>
        </c:txPr>
        <c:crossAx val="74138399"/>
        <c:crosses val="autoZero"/>
        <c:auto val="1"/>
        <c:lblAlgn val="ctr"/>
        <c:lblOffset val="100"/>
        <c:noMultiLvlLbl val="0"/>
      </c:catAx>
      <c:valAx>
        <c:axId val="74138399"/>
        <c:scaling>
          <c:orientation val="minMax"/>
          <c:max val="1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it-IT"/>
          </a:p>
        </c:txPr>
        <c:crossAx val="56090164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it-IT"/>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it-IT"/>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it-IT" sz="1200" dirty="0" err="1"/>
              <a:t>Overall</a:t>
            </a:r>
            <a:r>
              <a:rPr lang="it-IT" sz="1200" baseline="0" dirty="0"/>
              <a:t> Results (%)</a:t>
            </a:r>
            <a:endParaRPr lang="it-IT" sz="1200" dirty="0"/>
          </a:p>
        </c:rich>
      </c:tx>
      <c:layout>
        <c:manualLayout>
          <c:xMode val="edge"/>
          <c:yMode val="edge"/>
          <c:x val="0.15947256509687147"/>
          <c:y val="6.7913550104995946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it-IT"/>
        </a:p>
      </c:txPr>
    </c:title>
    <c:autoTitleDeleted val="0"/>
    <c:plotArea>
      <c:layout>
        <c:manualLayout>
          <c:layoutTarget val="inner"/>
          <c:xMode val="edge"/>
          <c:yMode val="edge"/>
          <c:x val="0.22976197812399118"/>
          <c:y val="0.25048373824375364"/>
          <c:w val="0.58975501289867005"/>
          <c:h val="0.51536172170058503"/>
        </c:manualLayout>
      </c:layout>
      <c:barChart>
        <c:barDir val="col"/>
        <c:grouping val="clustered"/>
        <c:varyColors val="0"/>
        <c:ser>
          <c:idx val="0"/>
          <c:order val="0"/>
          <c:tx>
            <c:strRef>
              <c:f>Foglio1!$B$1</c:f>
              <c:strCache>
                <c:ptCount val="1"/>
                <c:pt idx="0">
                  <c:v>FUNES</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Foglio1!$A$2</c:f>
              <c:strCache>
                <c:ptCount val="1"/>
                <c:pt idx="0">
                  <c:v>Overall result</c:v>
                </c:pt>
              </c:strCache>
            </c:strRef>
          </c:cat>
          <c:val>
            <c:numRef>
              <c:f>Foglio1!$B$2</c:f>
              <c:numCache>
                <c:formatCode>General</c:formatCode>
                <c:ptCount val="1"/>
                <c:pt idx="0">
                  <c:v>90</c:v>
                </c:pt>
              </c:numCache>
            </c:numRef>
          </c:val>
          <c:extLst>
            <c:ext xmlns:c16="http://schemas.microsoft.com/office/drawing/2014/chart" uri="{C3380CC4-5D6E-409C-BE32-E72D297353CC}">
              <c16:uniqueId val="{00000000-F82D-46C7-BDC4-368B9EEB381B}"/>
            </c:ext>
          </c:extLst>
        </c:ser>
        <c:ser>
          <c:idx val="1"/>
          <c:order val="1"/>
          <c:tx>
            <c:strRef>
              <c:f>Foglio1!$C$1</c:f>
              <c:strCache>
                <c:ptCount val="1"/>
                <c:pt idx="0">
                  <c:v>Llama</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Foglio1!$A$2</c:f>
              <c:strCache>
                <c:ptCount val="1"/>
                <c:pt idx="0">
                  <c:v>Overall result</c:v>
                </c:pt>
              </c:strCache>
            </c:strRef>
          </c:cat>
          <c:val>
            <c:numRef>
              <c:f>Foglio1!$C$2</c:f>
              <c:numCache>
                <c:formatCode>General</c:formatCode>
                <c:ptCount val="1"/>
                <c:pt idx="0">
                  <c:v>63</c:v>
                </c:pt>
              </c:numCache>
            </c:numRef>
          </c:val>
          <c:extLst>
            <c:ext xmlns:c16="http://schemas.microsoft.com/office/drawing/2014/chart" uri="{C3380CC4-5D6E-409C-BE32-E72D297353CC}">
              <c16:uniqueId val="{00000001-F82D-46C7-BDC4-368B9EEB381B}"/>
            </c:ext>
          </c:extLst>
        </c:ser>
        <c:dLbls>
          <c:showLegendKey val="0"/>
          <c:showVal val="0"/>
          <c:showCatName val="0"/>
          <c:showSerName val="0"/>
          <c:showPercent val="0"/>
          <c:showBubbleSize val="0"/>
        </c:dLbls>
        <c:gapWidth val="219"/>
        <c:overlap val="-27"/>
        <c:axId val="748663887"/>
        <c:axId val="668043631"/>
      </c:barChart>
      <c:catAx>
        <c:axId val="748663887"/>
        <c:scaling>
          <c:orientation val="minMax"/>
        </c:scaling>
        <c:delete val="1"/>
        <c:axPos val="b"/>
        <c:numFmt formatCode="General" sourceLinked="1"/>
        <c:majorTickMark val="out"/>
        <c:minorTickMark val="none"/>
        <c:tickLblPos val="nextTo"/>
        <c:crossAx val="668043631"/>
        <c:crosses val="autoZero"/>
        <c:auto val="1"/>
        <c:lblAlgn val="ctr"/>
        <c:lblOffset val="100"/>
        <c:noMultiLvlLbl val="0"/>
      </c:catAx>
      <c:valAx>
        <c:axId val="66804363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it-IT"/>
          </a:p>
        </c:txPr>
        <c:crossAx val="748663887"/>
        <c:crosses val="autoZero"/>
        <c:crossBetween val="between"/>
      </c:valAx>
      <c:spPr>
        <a:noFill/>
        <a:ln>
          <a:noFill/>
        </a:ln>
        <a:effectLst/>
      </c:spPr>
    </c:plotArea>
    <c:legend>
      <c:legendPos val="r"/>
      <c:layout>
        <c:manualLayout>
          <c:xMode val="edge"/>
          <c:yMode val="edge"/>
          <c:x val="0.20334217743572289"/>
          <c:y val="0.77049216120855957"/>
          <c:w val="0.63869646260403312"/>
          <c:h val="0.2209417418070170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it-IT"/>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it-IT"/>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2" dt="2026-10-19T11:03:59.193" idx="1">
    <p:pos x="10" y="10"/>
    <p:text>The overall results indicate that funes provides a substantial improvement in the evaluation score f the proposed benchmark. The baseline receives the full 24K token context with all the avaiable informations, thus the performance difference cannot be attributed to the baseline lacking access to specific pieces of informations. The results indicate that providing the full context to a general purpose LLM  does not always result in the most effective use of it.
The improvement is consistent with the hypothesis that selective information restrieval and filtering is highly effective. 
The result is also consistent with the main objective of the proposed architecture: information flow control.
The aggregate comparison does not allow to establish the contribution of each architectural component since no ablation study was conducted.</p:text>
    <p:extLst>
      <p:ext uri="{C676402C-5697-4E1C-873F-D02D1690AC5C}">
        <p15:threadingInfo xmlns:p15="http://schemas.microsoft.com/office/powerpoint/2012/main" timeZoneBias="-120"/>
      </p:ext>
    </p:extLst>
  </p:cm>
  <p:cm authorId="2" dt="2026-10-19T11:11:24.034" idx="2">
    <p:pos x="10" y="106"/>
    <p:text>The largest performance different is observed for the easy task result.</p:text>
    <p:extLst>
      <p:ext uri="{C676402C-5697-4E1C-873F-D02D1690AC5C}">
        <p15:threadingInfo xmlns:p15="http://schemas.microsoft.com/office/powerpoint/2012/main" timeZoneBias="-120">
          <p15:parentCm authorId="2" idx="1"/>
        </p15:threadingInfo>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2" dt="2026-10-19T11:12:10.796" idx="3">
    <p:pos x="10" y="10"/>
    <p:text>For the Q5 the baseline produced an incorrect count of 32 passages, and included other irrelevant informations like the network status, tickets and proposed actions. Thus the question was incorrectly interpretated and fileld with irrelevant comtext.
FUNES instead provided a more coincise answer with the correct count of passages and informations related to them.
This suggest that for retrieval oriented questions the the availability of the full context does not lead to the use of the relevant informations and can lead to errors.</p:text>
    <p:extLst>
      <p:ext uri="{C676402C-5697-4E1C-873F-D02D1690AC5C}">
        <p15:threadingInfo xmlns:p15="http://schemas.microsoft.com/office/powerpoint/2012/main" timeZoneBias="-120"/>
      </p:ext>
    </p:extLst>
  </p:cm>
  <p:cm authorId="2" dt="2026-10-19T11:17:33.338" idx="4">
    <p:pos x="10" y="106"/>
    <p:text>In Q11 the baseline correctly identified the connectivity issue of GS-01/ANT-02, but extended the explanations to the status of ANT-03 without sufficient evidence that this condition was responsible for station level degraded status.</p:text>
    <p:extLst>
      <p:ext uri="{C676402C-5697-4E1C-873F-D02D1690AC5C}">
        <p15:threadingInfo xmlns:p15="http://schemas.microsoft.com/office/powerpoint/2012/main" timeZoneBias="-120">
          <p15:parentCm authorId="2" idx="3"/>
        </p15:threadingInfo>
      </p:ext>
    </p:extLst>
  </p:cm>
  <p:cm authorId="2" dt="2026-10-19T11:54:29.336" idx="8">
    <p:pos x="10" y="202"/>
    <p:text>In Q19 the judge penalizes FUNES for failing to provide the specific datetimes of the activities. This implies that retrieving the correct data does not alwaysguarantee that the final synthesis stage will fully exploit the available evidence.</p:text>
    <p:extLst>
      <p:ext uri="{C676402C-5697-4E1C-873F-D02D1690AC5C}">
        <p15:threadingInfo xmlns:p15="http://schemas.microsoft.com/office/powerpoint/2012/main" timeZoneBias="-120">
          <p15:parentCm authorId="2" idx="3"/>
        </p15:threadingInfo>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498725" cy="1619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265488" y="0"/>
            <a:ext cx="2498725" cy="161925"/>
          </a:xfrm>
          <a:prstGeom prst="rect">
            <a:avLst/>
          </a:prstGeom>
        </p:spPr>
        <p:txBody>
          <a:bodyPr vert="horz" lIns="91440" tIns="45720" rIns="91440" bIns="45720" rtlCol="0"/>
          <a:lstStyle>
            <a:lvl1pPr algn="r">
              <a:defRPr sz="1200"/>
            </a:lvl1pPr>
          </a:lstStyle>
          <a:p>
            <a:fld id="{78A6E14B-A849-425A-B41B-03349DE57C16}" type="datetimeFigureOut">
              <a:t>19/10/2026</a:t>
            </a:fld>
            <a:endParaRPr lang="en-US"/>
          </a:p>
        </p:txBody>
      </p:sp>
      <p:sp>
        <p:nvSpPr>
          <p:cNvPr id="4" name="Slide Image Placeholder 3"/>
          <p:cNvSpPr>
            <a:spLocks noGrp="1" noRot="1" noChangeAspect="1"/>
          </p:cNvSpPr>
          <p:nvPr>
            <p:ph type="sldImg" idx="2"/>
          </p:nvPr>
        </p:nvSpPr>
        <p:spPr>
          <a:xfrm>
            <a:off x="1911350" y="406400"/>
            <a:ext cx="1943100" cy="10937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76263" y="1562100"/>
            <a:ext cx="4613275" cy="12779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3082925"/>
            <a:ext cx="2498725" cy="1619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265488" y="3082925"/>
            <a:ext cx="2498725" cy="161925"/>
          </a:xfrm>
          <a:prstGeom prst="rect">
            <a:avLst/>
          </a:prstGeom>
        </p:spPr>
        <p:txBody>
          <a:bodyPr vert="horz" lIns="91440" tIns="45720" rIns="91440" bIns="45720" rtlCol="0" anchor="b"/>
          <a:lstStyle>
            <a:lvl1pPr algn="r">
              <a:defRPr sz="1200"/>
            </a:lvl1pPr>
          </a:lstStyle>
          <a:p>
            <a:fld id="{C7114311-0793-4092-B8E1-5884292E5B92}" type="slidenum">
              <a:t>‹N›</a:t>
            </a:fld>
            <a:endParaRPr lang="en-US"/>
          </a:p>
        </p:txBody>
      </p:sp>
    </p:spTree>
    <p:extLst>
      <p:ext uri="{BB962C8B-B14F-4D97-AF65-F5344CB8AC3E}">
        <p14:creationId xmlns:p14="http://schemas.microsoft.com/office/powerpoint/2010/main" val="2269558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7114311-0793-4092-B8E1-5884292E5B92}" type="slidenum">
              <a:rPr lang="it-IT" smtClean="0"/>
              <a:t>15</a:t>
            </a:fld>
            <a:endParaRPr lang="it-IT"/>
          </a:p>
        </p:txBody>
      </p:sp>
    </p:spTree>
    <p:extLst>
      <p:ext uri="{BB962C8B-B14F-4D97-AF65-F5344CB8AC3E}">
        <p14:creationId xmlns:p14="http://schemas.microsoft.com/office/powerpoint/2010/main" val="37237211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7114311-0793-4092-B8E1-5884292E5B92}" type="slidenum">
              <a:rPr lang="it-IT" smtClean="0"/>
              <a:t>16</a:t>
            </a:fld>
            <a:endParaRPr lang="it-IT"/>
          </a:p>
        </p:txBody>
      </p:sp>
    </p:spTree>
    <p:extLst>
      <p:ext uri="{BB962C8B-B14F-4D97-AF65-F5344CB8AC3E}">
        <p14:creationId xmlns:p14="http://schemas.microsoft.com/office/powerpoint/2010/main" val="26691043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7114311-0793-4092-B8E1-5884292E5B92}" type="slidenum">
              <a:rPr lang="it-IT" smtClean="0"/>
              <a:t>17</a:t>
            </a:fld>
            <a:endParaRPr lang="it-IT"/>
          </a:p>
        </p:txBody>
      </p:sp>
    </p:spTree>
    <p:extLst>
      <p:ext uri="{BB962C8B-B14F-4D97-AF65-F5344CB8AC3E}">
        <p14:creationId xmlns:p14="http://schemas.microsoft.com/office/powerpoint/2010/main" val="382676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7114311-0793-4092-B8E1-5884292E5B92}" type="slidenum">
              <a:rPr lang="it-IT" smtClean="0"/>
              <a:t>18</a:t>
            </a:fld>
            <a:endParaRPr lang="it-IT"/>
          </a:p>
        </p:txBody>
      </p:sp>
    </p:spTree>
    <p:extLst>
      <p:ext uri="{BB962C8B-B14F-4D97-AF65-F5344CB8AC3E}">
        <p14:creationId xmlns:p14="http://schemas.microsoft.com/office/powerpoint/2010/main" val="3260867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7114311-0793-4092-B8E1-5884292E5B92}" type="slidenum">
              <a:rPr lang="it-IT" smtClean="0"/>
              <a:t>20</a:t>
            </a:fld>
            <a:endParaRPr lang="it-IT"/>
          </a:p>
        </p:txBody>
      </p:sp>
    </p:spTree>
    <p:extLst>
      <p:ext uri="{BB962C8B-B14F-4D97-AF65-F5344CB8AC3E}">
        <p14:creationId xmlns:p14="http://schemas.microsoft.com/office/powerpoint/2010/main" val="34762534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7114311-0793-4092-B8E1-5884292E5B92}" type="slidenum">
              <a:rPr lang="it-IT" smtClean="0"/>
              <a:t>21</a:t>
            </a:fld>
            <a:endParaRPr lang="it-IT"/>
          </a:p>
        </p:txBody>
      </p:sp>
    </p:spTree>
    <p:extLst>
      <p:ext uri="{BB962C8B-B14F-4D97-AF65-F5344CB8AC3E}">
        <p14:creationId xmlns:p14="http://schemas.microsoft.com/office/powerpoint/2010/main" val="38431850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7114311-0793-4092-B8E1-5884292E5B92}" type="slidenum">
              <a:rPr lang="it-IT" smtClean="0"/>
              <a:t>22</a:t>
            </a:fld>
            <a:endParaRPr lang="it-IT"/>
          </a:p>
        </p:txBody>
      </p:sp>
    </p:spTree>
    <p:extLst>
      <p:ext uri="{BB962C8B-B14F-4D97-AF65-F5344CB8AC3E}">
        <p14:creationId xmlns:p14="http://schemas.microsoft.com/office/powerpoint/2010/main" val="199996152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0"/>
            <a:ext cx="5760085" cy="3240405"/>
          </a:xfrm>
          <a:custGeom>
            <a:avLst/>
            <a:gdLst/>
            <a:ahLst/>
            <a:cxnLst/>
            <a:rect l="l" t="t" r="r" b="b"/>
            <a:pathLst>
              <a:path w="5760085" h="3240405">
                <a:moveTo>
                  <a:pt x="5759996" y="0"/>
                </a:moveTo>
                <a:lnTo>
                  <a:pt x="0" y="0"/>
                </a:lnTo>
                <a:lnTo>
                  <a:pt x="0" y="3239998"/>
                </a:lnTo>
                <a:lnTo>
                  <a:pt x="5759996" y="3239998"/>
                </a:lnTo>
                <a:lnTo>
                  <a:pt x="5759996" y="0"/>
                </a:lnTo>
                <a:close/>
              </a:path>
            </a:pathLst>
          </a:custGeom>
          <a:solidFill>
            <a:srgbClr val="812433"/>
          </a:solidFill>
        </p:spPr>
        <p:txBody>
          <a:bodyPr wrap="square" lIns="0" tIns="0" rIns="0" bIns="0" rtlCol="0"/>
          <a:lstStyle/>
          <a:p>
            <a:endParaRPr/>
          </a:p>
        </p:txBody>
      </p:sp>
      <p:pic>
        <p:nvPicPr>
          <p:cNvPr id="17" name="bg object 17"/>
          <p:cNvPicPr/>
          <p:nvPr/>
        </p:nvPicPr>
        <p:blipFill>
          <a:blip r:embed="rId2" cstate="print"/>
          <a:stretch>
            <a:fillRect/>
          </a:stretch>
        </p:blipFill>
        <p:spPr>
          <a:xfrm>
            <a:off x="345579" y="3"/>
            <a:ext cx="518378" cy="617051"/>
          </a:xfrm>
          <a:prstGeom prst="rect">
            <a:avLst/>
          </a:prstGeom>
        </p:spPr>
      </p:pic>
      <p:sp>
        <p:nvSpPr>
          <p:cNvPr id="2" name="Holder 2"/>
          <p:cNvSpPr>
            <a:spLocks noGrp="1"/>
          </p:cNvSpPr>
          <p:nvPr>
            <p:ph type="ctrTitle"/>
          </p:nvPr>
        </p:nvSpPr>
        <p:spPr>
          <a:xfrm>
            <a:off x="369760" y="939316"/>
            <a:ext cx="5020945" cy="970280"/>
          </a:xfrm>
          <a:prstGeom prst="rect">
            <a:avLst/>
          </a:prstGeom>
        </p:spPr>
        <p:txBody>
          <a:bodyPr wrap="square" lIns="0" tIns="0" rIns="0" bIns="0">
            <a:spAutoFit/>
          </a:bodyPr>
          <a:lstStyle>
            <a:lvl1pPr>
              <a:defRPr sz="1400" b="1" i="0">
                <a:solidFill>
                  <a:srgbClr val="812433"/>
                </a:solidFill>
                <a:latin typeface="Calibri"/>
                <a:cs typeface="Calibri"/>
              </a:defRPr>
            </a:lvl1pPr>
          </a:lstStyle>
          <a:p>
            <a:endParaRPr/>
          </a:p>
        </p:txBody>
      </p:sp>
      <p:sp>
        <p:nvSpPr>
          <p:cNvPr id="3" name="Holder 3"/>
          <p:cNvSpPr>
            <a:spLocks noGrp="1"/>
          </p:cNvSpPr>
          <p:nvPr>
            <p:ph type="subTitle" idx="4"/>
          </p:nvPr>
        </p:nvSpPr>
        <p:spPr>
          <a:xfrm>
            <a:off x="864870" y="1817116"/>
            <a:ext cx="4036060" cy="811212"/>
          </a:xfrm>
          <a:prstGeom prst="rect">
            <a:avLst/>
          </a:prstGeom>
        </p:spPr>
        <p:txBody>
          <a:bodyPr wrap="square" lIns="0" tIns="0" rIns="0" bIns="0">
            <a:spAutoFit/>
          </a:bodyPr>
          <a:lstStyle>
            <a:lvl1pPr>
              <a:defRPr sz="1200" b="1" i="0">
                <a:solidFill>
                  <a:schemeClr val="bg1"/>
                </a:solidFill>
                <a:latin typeface="Calibri"/>
                <a:cs typeface="Calibr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10/19/2026</a:t>
            </a:fld>
            <a:endParaRPr lang="en-US"/>
          </a:p>
        </p:txBody>
      </p:sp>
      <p:sp>
        <p:nvSpPr>
          <p:cNvPr id="6" name="Holder 6"/>
          <p:cNvSpPr>
            <a:spLocks noGrp="1"/>
          </p:cNvSpPr>
          <p:nvPr>
            <p:ph type="sldNum" sz="quarter" idx="7"/>
          </p:nvPr>
        </p:nvSpPr>
        <p:spPr/>
        <p:txBody>
          <a:bodyPr lIns="0" tIns="0" rIns="0" bIns="0"/>
          <a:lstStyle>
            <a:lvl1pPr>
              <a:defRPr sz="800" b="0" i="0">
                <a:solidFill>
                  <a:srgbClr val="3F3F3F"/>
                </a:solidFill>
                <a:latin typeface="Calibri"/>
                <a:cs typeface="Calibri"/>
              </a:defRPr>
            </a:lvl1pPr>
          </a:lstStyle>
          <a:p>
            <a:pPr marL="38100">
              <a:lnSpc>
                <a:spcPct val="100000"/>
              </a:lnSpc>
              <a:spcBef>
                <a:spcPts val="105"/>
              </a:spcBef>
            </a:pPr>
            <a:fld id="{81D60167-4931-47E6-BA6A-407CBD079E47}" type="slidenum">
              <a:rPr spc="-20" dirty="0">
                <a:solidFill>
                  <a:srgbClr val="FFFFFF"/>
                </a:solidFill>
              </a:rPr>
              <a:t>‹N›</a:t>
            </a:fld>
            <a:r>
              <a:rPr spc="-20">
                <a:solidFill>
                  <a:srgbClr val="FFFFFF"/>
                </a:solidFill>
              </a:rPr>
              <a:t>/27</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400" b="1" i="0">
                <a:solidFill>
                  <a:srgbClr val="812433"/>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sz="1200" b="1" i="0">
                <a:solidFill>
                  <a:schemeClr val="bg1"/>
                </a:solidFill>
                <a:latin typeface="Calibri"/>
                <a:cs typeface="Calibr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10/19/2026</a:t>
            </a:fld>
            <a:endParaRPr lang="en-US"/>
          </a:p>
        </p:txBody>
      </p:sp>
      <p:sp>
        <p:nvSpPr>
          <p:cNvPr id="6" name="Holder 6"/>
          <p:cNvSpPr>
            <a:spLocks noGrp="1"/>
          </p:cNvSpPr>
          <p:nvPr>
            <p:ph type="sldNum" sz="quarter" idx="7"/>
          </p:nvPr>
        </p:nvSpPr>
        <p:spPr/>
        <p:txBody>
          <a:bodyPr lIns="0" tIns="0" rIns="0" bIns="0"/>
          <a:lstStyle>
            <a:lvl1pPr>
              <a:defRPr sz="800" b="0" i="0">
                <a:solidFill>
                  <a:srgbClr val="3F3F3F"/>
                </a:solidFill>
                <a:latin typeface="Calibri"/>
                <a:cs typeface="Calibri"/>
              </a:defRPr>
            </a:lvl1pPr>
          </a:lstStyle>
          <a:p>
            <a:pPr marL="38100">
              <a:lnSpc>
                <a:spcPct val="100000"/>
              </a:lnSpc>
              <a:spcBef>
                <a:spcPts val="105"/>
              </a:spcBef>
            </a:pPr>
            <a:fld id="{81D60167-4931-47E6-BA6A-407CBD079E47}" type="slidenum">
              <a:rPr spc="-20" dirty="0">
                <a:solidFill>
                  <a:srgbClr val="FFFFFF"/>
                </a:solidFill>
              </a:rPr>
              <a:t>‹N›</a:t>
            </a:fld>
            <a:r>
              <a:rPr spc="-20">
                <a:solidFill>
                  <a:srgbClr val="FFFFFF"/>
                </a:solidFill>
              </a:rPr>
              <a:t>/27</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400" b="1" i="0">
                <a:solidFill>
                  <a:srgbClr val="812433"/>
                </a:solidFill>
                <a:latin typeface="Calibri"/>
                <a:cs typeface="Calibri"/>
              </a:defRPr>
            </a:lvl1pPr>
          </a:lstStyle>
          <a:p>
            <a:endParaRPr/>
          </a:p>
        </p:txBody>
      </p:sp>
      <p:sp>
        <p:nvSpPr>
          <p:cNvPr id="3" name="Holder 3"/>
          <p:cNvSpPr>
            <a:spLocks noGrp="1"/>
          </p:cNvSpPr>
          <p:nvPr>
            <p:ph sz="half" idx="2"/>
          </p:nvPr>
        </p:nvSpPr>
        <p:spPr>
          <a:xfrm>
            <a:off x="288290" y="746315"/>
            <a:ext cx="2508123" cy="2141601"/>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2969387" y="746315"/>
            <a:ext cx="2508123" cy="2141601"/>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10/19/2026</a:t>
            </a:fld>
            <a:endParaRPr lang="en-US"/>
          </a:p>
        </p:txBody>
      </p:sp>
      <p:sp>
        <p:nvSpPr>
          <p:cNvPr id="7" name="Holder 7"/>
          <p:cNvSpPr>
            <a:spLocks noGrp="1"/>
          </p:cNvSpPr>
          <p:nvPr>
            <p:ph type="sldNum" sz="quarter" idx="7"/>
          </p:nvPr>
        </p:nvSpPr>
        <p:spPr/>
        <p:txBody>
          <a:bodyPr lIns="0" tIns="0" rIns="0" bIns="0"/>
          <a:lstStyle>
            <a:lvl1pPr>
              <a:defRPr sz="800" b="0" i="0">
                <a:solidFill>
                  <a:srgbClr val="3F3F3F"/>
                </a:solidFill>
                <a:latin typeface="Calibri"/>
                <a:cs typeface="Calibri"/>
              </a:defRPr>
            </a:lvl1pPr>
          </a:lstStyle>
          <a:p>
            <a:pPr marL="38100">
              <a:lnSpc>
                <a:spcPct val="100000"/>
              </a:lnSpc>
              <a:spcBef>
                <a:spcPts val="105"/>
              </a:spcBef>
            </a:pPr>
            <a:fld id="{81D60167-4931-47E6-BA6A-407CBD079E47}" type="slidenum">
              <a:rPr spc="-20" dirty="0">
                <a:solidFill>
                  <a:srgbClr val="FFFFFF"/>
                </a:solidFill>
              </a:rPr>
              <a:t>‹N›</a:t>
            </a:fld>
            <a:r>
              <a:rPr spc="-20">
                <a:solidFill>
                  <a:srgbClr val="FFFFFF"/>
                </a:solidFill>
              </a:rPr>
              <a:t>/27</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3225575" y="-25"/>
            <a:ext cx="2534420" cy="3240024"/>
          </a:xfrm>
          <a:prstGeom prst="rect">
            <a:avLst/>
          </a:prstGeom>
        </p:spPr>
      </p:pic>
      <p:sp>
        <p:nvSpPr>
          <p:cNvPr id="17" name="bg object 17"/>
          <p:cNvSpPr/>
          <p:nvPr/>
        </p:nvSpPr>
        <p:spPr>
          <a:xfrm>
            <a:off x="0" y="940600"/>
            <a:ext cx="3588385" cy="1249045"/>
          </a:xfrm>
          <a:custGeom>
            <a:avLst/>
            <a:gdLst/>
            <a:ahLst/>
            <a:cxnLst/>
            <a:rect l="l" t="t" r="r" b="b"/>
            <a:pathLst>
              <a:path w="3588385" h="1249045">
                <a:moveTo>
                  <a:pt x="3588130" y="0"/>
                </a:moveTo>
                <a:lnTo>
                  <a:pt x="0" y="0"/>
                </a:lnTo>
                <a:lnTo>
                  <a:pt x="0" y="1248486"/>
                </a:lnTo>
                <a:lnTo>
                  <a:pt x="3588130" y="1248486"/>
                </a:lnTo>
                <a:lnTo>
                  <a:pt x="3588130" y="0"/>
                </a:lnTo>
                <a:close/>
              </a:path>
            </a:pathLst>
          </a:custGeom>
          <a:solidFill>
            <a:srgbClr val="FFFFFF"/>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400" b="1" i="0">
                <a:solidFill>
                  <a:srgbClr val="812433"/>
                </a:solidFill>
                <a:latin typeface="Calibri"/>
                <a:cs typeface="Calibri"/>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10/19/2026</a:t>
            </a:fld>
            <a:endParaRPr lang="en-US"/>
          </a:p>
        </p:txBody>
      </p:sp>
      <p:sp>
        <p:nvSpPr>
          <p:cNvPr id="5" name="Holder 5"/>
          <p:cNvSpPr>
            <a:spLocks noGrp="1"/>
          </p:cNvSpPr>
          <p:nvPr>
            <p:ph type="sldNum" sz="quarter" idx="7"/>
          </p:nvPr>
        </p:nvSpPr>
        <p:spPr/>
        <p:txBody>
          <a:bodyPr lIns="0" tIns="0" rIns="0" bIns="0"/>
          <a:lstStyle>
            <a:lvl1pPr>
              <a:defRPr sz="800" b="0" i="0">
                <a:solidFill>
                  <a:srgbClr val="3F3F3F"/>
                </a:solidFill>
                <a:latin typeface="Calibri"/>
                <a:cs typeface="Calibri"/>
              </a:defRPr>
            </a:lvl1pPr>
          </a:lstStyle>
          <a:p>
            <a:pPr marL="38100">
              <a:lnSpc>
                <a:spcPct val="100000"/>
              </a:lnSpc>
              <a:spcBef>
                <a:spcPts val="105"/>
              </a:spcBef>
            </a:pPr>
            <a:fld id="{81D60167-4931-47E6-BA6A-407CBD079E47}" type="slidenum">
              <a:rPr spc="-20" dirty="0">
                <a:solidFill>
                  <a:srgbClr val="FFFFFF"/>
                </a:solidFill>
              </a:rPr>
              <a:t>‹N›</a:t>
            </a:fld>
            <a:r>
              <a:rPr spc="-20">
                <a:solidFill>
                  <a:srgbClr val="FFFFFF"/>
                </a:solidFill>
              </a:rPr>
              <a:t>/27</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10/19/2026</a:t>
            </a:fld>
            <a:endParaRPr lang="en-US"/>
          </a:p>
        </p:txBody>
      </p:sp>
      <p:sp>
        <p:nvSpPr>
          <p:cNvPr id="4" name="Holder 4"/>
          <p:cNvSpPr>
            <a:spLocks noGrp="1"/>
          </p:cNvSpPr>
          <p:nvPr>
            <p:ph type="sldNum" sz="quarter" idx="7"/>
          </p:nvPr>
        </p:nvSpPr>
        <p:spPr/>
        <p:txBody>
          <a:bodyPr lIns="0" tIns="0" rIns="0" bIns="0"/>
          <a:lstStyle>
            <a:lvl1pPr>
              <a:defRPr sz="800" b="0" i="0">
                <a:solidFill>
                  <a:srgbClr val="3F3F3F"/>
                </a:solidFill>
                <a:latin typeface="Calibri"/>
                <a:cs typeface="Calibri"/>
              </a:defRPr>
            </a:lvl1pPr>
          </a:lstStyle>
          <a:p>
            <a:pPr marL="38100">
              <a:lnSpc>
                <a:spcPct val="100000"/>
              </a:lnSpc>
              <a:spcBef>
                <a:spcPts val="105"/>
              </a:spcBef>
            </a:pPr>
            <a:fld id="{81D60167-4931-47E6-BA6A-407CBD079E47}" type="slidenum">
              <a:rPr spc="-20" dirty="0">
                <a:solidFill>
                  <a:srgbClr val="FFFFFF"/>
                </a:solidFill>
              </a:rPr>
              <a:t>‹N›</a:t>
            </a:fld>
            <a:r>
              <a:rPr spc="-20">
                <a:solidFill>
                  <a:srgbClr val="FFFFFF"/>
                </a:solidFill>
              </a:rPr>
              <a:t>/27</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5765800" cy="3244850"/>
          </a:xfrm>
          <a:prstGeom prst="rect">
            <a:avLst/>
          </a:prstGeom>
        </p:spPr>
      </p:pic>
      <p:sp>
        <p:nvSpPr>
          <p:cNvPr id="3" name="Shape 0"/>
          <p:cNvSpPr/>
          <p:nvPr/>
        </p:nvSpPr>
        <p:spPr>
          <a:xfrm>
            <a:off x="0" y="0"/>
            <a:ext cx="5765800" cy="3244850"/>
          </a:xfrm>
          <a:prstGeom prst="rect">
            <a:avLst/>
          </a:prstGeom>
          <a:solidFill>
            <a:srgbClr val="FFFFFF"/>
          </a:solidFill>
          <a:ln/>
        </p:spPr>
      </p:sp>
      <p:pic>
        <p:nvPicPr>
          <p:cNvPr id="4" name="Image 1" descr="preencoded.png">
            <a:hlinkClick r:id="rId3"/>
          </p:cNvPr>
          <p:cNvPicPr>
            <a:picLocks noChangeAspect="1"/>
          </p:cNvPicPr>
          <p:nvPr/>
        </p:nvPicPr>
        <p:blipFill>
          <a:blip r:embed="rId4"/>
          <a:stretch>
            <a:fillRect/>
          </a:stretch>
        </p:blipFill>
        <p:spPr>
          <a:xfrm>
            <a:off x="5059899" y="3055567"/>
            <a:ext cx="678874" cy="162243"/>
          </a:xfrm>
          <a:prstGeom prst="rect">
            <a:avLst/>
          </a:prstGeom>
        </p:spPr>
      </p:pic>
    </p:spTree>
    <p:extLst>
      <p:ext uri="{BB962C8B-B14F-4D97-AF65-F5344CB8AC3E}">
        <p14:creationId xmlns:p14="http://schemas.microsoft.com/office/powerpoint/2010/main" val="20894245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5765800" cy="3244850"/>
          </a:xfrm>
          <a:prstGeom prst="rect">
            <a:avLst/>
          </a:prstGeom>
        </p:spPr>
      </p:pic>
      <p:sp>
        <p:nvSpPr>
          <p:cNvPr id="3" name="Shape 0"/>
          <p:cNvSpPr/>
          <p:nvPr/>
        </p:nvSpPr>
        <p:spPr>
          <a:xfrm>
            <a:off x="0" y="0"/>
            <a:ext cx="5765800" cy="3244850"/>
          </a:xfrm>
          <a:prstGeom prst="rect">
            <a:avLst/>
          </a:prstGeom>
          <a:solidFill>
            <a:srgbClr val="FFFFFF"/>
          </a:solidFill>
          <a:ln/>
        </p:spPr>
      </p:sp>
      <p:pic>
        <p:nvPicPr>
          <p:cNvPr id="4" name="Image 1" descr="preencoded.png">
            <a:hlinkClick r:id="rId3"/>
          </p:cNvPr>
          <p:cNvPicPr>
            <a:picLocks noChangeAspect="1"/>
          </p:cNvPicPr>
          <p:nvPr/>
        </p:nvPicPr>
        <p:blipFill>
          <a:blip r:embed="rId4"/>
          <a:stretch>
            <a:fillRect/>
          </a:stretch>
        </p:blipFill>
        <p:spPr>
          <a:xfrm>
            <a:off x="5059899" y="3055567"/>
            <a:ext cx="678874" cy="162243"/>
          </a:xfrm>
          <a:prstGeom prst="rect">
            <a:avLst/>
          </a:prstGeom>
        </p:spPr>
      </p:pic>
    </p:spTree>
    <p:extLst>
      <p:ext uri="{BB962C8B-B14F-4D97-AF65-F5344CB8AC3E}">
        <p14:creationId xmlns:p14="http://schemas.microsoft.com/office/powerpoint/2010/main" val="22587181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5765800" cy="3244850"/>
          </a:xfrm>
          <a:prstGeom prst="rect">
            <a:avLst/>
          </a:prstGeom>
        </p:spPr>
      </p:pic>
      <p:sp>
        <p:nvSpPr>
          <p:cNvPr id="3" name="Shape 0"/>
          <p:cNvSpPr/>
          <p:nvPr/>
        </p:nvSpPr>
        <p:spPr>
          <a:xfrm>
            <a:off x="0" y="0"/>
            <a:ext cx="5765800" cy="3244850"/>
          </a:xfrm>
          <a:prstGeom prst="rect">
            <a:avLst/>
          </a:prstGeom>
          <a:solidFill>
            <a:srgbClr val="FFFFFF"/>
          </a:solidFill>
          <a:ln/>
        </p:spPr>
      </p:sp>
      <p:pic>
        <p:nvPicPr>
          <p:cNvPr id="4" name="Image 1" descr="preencoded.png">
            <a:hlinkClick r:id="rId3"/>
          </p:cNvPr>
          <p:cNvPicPr>
            <a:picLocks noChangeAspect="1"/>
          </p:cNvPicPr>
          <p:nvPr/>
        </p:nvPicPr>
        <p:blipFill>
          <a:blip r:embed="rId4"/>
          <a:stretch>
            <a:fillRect/>
          </a:stretch>
        </p:blipFill>
        <p:spPr>
          <a:xfrm>
            <a:off x="5059899" y="3055567"/>
            <a:ext cx="678874" cy="162243"/>
          </a:xfrm>
          <a:prstGeom prst="rect">
            <a:avLst/>
          </a:prstGeom>
        </p:spPr>
      </p:pic>
    </p:spTree>
    <p:extLst>
      <p:ext uri="{BB962C8B-B14F-4D97-AF65-F5344CB8AC3E}">
        <p14:creationId xmlns:p14="http://schemas.microsoft.com/office/powerpoint/2010/main" val="16461741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5765800" cy="3244850"/>
          </a:xfrm>
          <a:prstGeom prst="rect">
            <a:avLst/>
          </a:prstGeom>
        </p:spPr>
      </p:pic>
      <p:sp>
        <p:nvSpPr>
          <p:cNvPr id="3" name="Shape 0"/>
          <p:cNvSpPr/>
          <p:nvPr/>
        </p:nvSpPr>
        <p:spPr>
          <a:xfrm>
            <a:off x="0" y="0"/>
            <a:ext cx="5765800" cy="3244850"/>
          </a:xfrm>
          <a:prstGeom prst="rect">
            <a:avLst/>
          </a:prstGeom>
          <a:solidFill>
            <a:srgbClr val="FFFFFF"/>
          </a:solidFill>
          <a:ln/>
        </p:spPr>
      </p:sp>
      <p:pic>
        <p:nvPicPr>
          <p:cNvPr id="4" name="Image 1" descr="preencoded.png">
            <a:hlinkClick r:id="rId3"/>
          </p:cNvPr>
          <p:cNvPicPr>
            <a:picLocks noChangeAspect="1"/>
          </p:cNvPicPr>
          <p:nvPr/>
        </p:nvPicPr>
        <p:blipFill>
          <a:blip r:embed="rId4"/>
          <a:stretch>
            <a:fillRect/>
          </a:stretch>
        </p:blipFill>
        <p:spPr>
          <a:xfrm>
            <a:off x="5059899" y="3055567"/>
            <a:ext cx="678874" cy="162243"/>
          </a:xfrm>
          <a:prstGeom prst="rect">
            <a:avLst/>
          </a:prstGeom>
        </p:spPr>
      </p:pic>
    </p:spTree>
    <p:extLst>
      <p:ext uri="{BB962C8B-B14F-4D97-AF65-F5344CB8AC3E}">
        <p14:creationId xmlns:p14="http://schemas.microsoft.com/office/powerpoint/2010/main" val="10108427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56257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cSld name="Vuoto">
    <p:spTree>
      <p:nvGrpSpPr>
        <p:cNvPr id="1" name=""/>
        <p:cNvGrpSpPr/>
        <p:nvPr/>
      </p:nvGrpSpPr>
      <p:grpSpPr>
        <a:xfrm>
          <a:off x="0" y="0"/>
          <a:ext cx="0" cy="0"/>
          <a:chOff x="0" y="0"/>
          <a:chExt cx="0" cy="0"/>
        </a:xfrm>
      </p:grpSpPr>
      <p:sp>
        <p:nvSpPr>
          <p:cNvPr id="2" name="Segnaposto data 1"/>
          <p:cNvSpPr>
            <a:spLocks noGrp="1"/>
          </p:cNvSpPr>
          <p:nvPr>
            <p:ph type="dt" sz="half" idx="10"/>
          </p:nvPr>
        </p:nvSpPr>
        <p:spPr>
          <a:xfrm>
            <a:off x="288290" y="3017710"/>
            <a:ext cx="1326134" cy="276999"/>
          </a:xfrm>
        </p:spPr>
        <p:txBody>
          <a:bodyPr rtlCol="0"/>
          <a:lstStyle/>
          <a:p>
            <a:pPr rtl="0"/>
            <a:fld id="{05A4C22A-DE1A-451D-93AE-EA558C0F4942}" type="datetime1">
              <a:rPr lang="it-IT" noProof="0" smtClean="0"/>
              <a:t>19/10/2026</a:t>
            </a:fld>
            <a:endParaRPr lang="it-IT" noProof="0"/>
          </a:p>
        </p:txBody>
      </p:sp>
      <p:sp>
        <p:nvSpPr>
          <p:cNvPr id="3" name="Segnaposto piè di pagina 2"/>
          <p:cNvSpPr>
            <a:spLocks noGrp="1"/>
          </p:cNvSpPr>
          <p:nvPr>
            <p:ph type="ftr" sz="quarter" idx="11"/>
          </p:nvPr>
        </p:nvSpPr>
        <p:spPr>
          <a:xfrm>
            <a:off x="1960372" y="3017710"/>
            <a:ext cx="1845056" cy="276999"/>
          </a:xfrm>
        </p:spPr>
        <p:txBody>
          <a:bodyPr rtlCol="0"/>
          <a:lstStyle/>
          <a:p>
            <a:pPr rtl="0"/>
            <a:endParaRPr lang="it-IT" noProof="0"/>
          </a:p>
        </p:txBody>
      </p:sp>
      <p:sp>
        <p:nvSpPr>
          <p:cNvPr id="4" name="Segnaposto numero diapositiva 3"/>
          <p:cNvSpPr>
            <a:spLocks noGrp="1"/>
          </p:cNvSpPr>
          <p:nvPr>
            <p:ph type="sldNum" sz="quarter" idx="12"/>
          </p:nvPr>
        </p:nvSpPr>
        <p:spPr>
          <a:xfrm>
            <a:off x="321894" y="3016594"/>
            <a:ext cx="273684" cy="123111"/>
          </a:xfrm>
        </p:spPr>
        <p:txBody>
          <a:bodyPr rtlCol="0"/>
          <a:lstStyle/>
          <a:p>
            <a:pPr rtl="0"/>
            <a:fld id="{6D22F896-40B5-4ADD-8801-0D06FADFA095}" type="slidenum">
              <a:rPr lang="it-IT" noProof="0" smtClean="0"/>
              <a:t>‹N›</a:t>
            </a:fld>
            <a:endParaRPr lang="it-IT" noProof="0"/>
          </a:p>
        </p:txBody>
      </p:sp>
    </p:spTree>
    <p:extLst>
      <p:ext uri="{BB962C8B-B14F-4D97-AF65-F5344CB8AC3E}">
        <p14:creationId xmlns:p14="http://schemas.microsoft.com/office/powerpoint/2010/main" val="40255016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5765800" cy="3244850"/>
          </a:xfrm>
          <a:prstGeom prst="rect">
            <a:avLst/>
          </a:prstGeom>
          <a:solidFill>
            <a:srgbClr val="EFEFEF"/>
          </a:solidFill>
          <a:ln/>
        </p:spPr>
      </p:sp>
      <p:sp>
        <p:nvSpPr>
          <p:cNvPr id="3" name="Shape 1"/>
          <p:cNvSpPr/>
          <p:nvPr/>
        </p:nvSpPr>
        <p:spPr>
          <a:xfrm>
            <a:off x="0" y="0"/>
            <a:ext cx="5765800" cy="3244850"/>
          </a:xfrm>
          <a:prstGeom prst="rect">
            <a:avLst/>
          </a:prstGeom>
          <a:solidFill>
            <a:srgbClr val="FCFCFC"/>
          </a:solidFill>
          <a:ln/>
        </p:spPr>
      </p:sp>
      <p:pic>
        <p:nvPicPr>
          <p:cNvPr id="4" name="Image 0" descr="preencoded.png">
            <a:hlinkClick r:id="rId2"/>
          </p:cNvPr>
          <p:cNvPicPr>
            <a:picLocks noChangeAspect="1"/>
          </p:cNvPicPr>
          <p:nvPr/>
        </p:nvPicPr>
        <p:blipFill>
          <a:blip r:embed="rId3"/>
          <a:stretch>
            <a:fillRect/>
          </a:stretch>
        </p:blipFill>
        <p:spPr>
          <a:xfrm>
            <a:off x="5059899" y="3055567"/>
            <a:ext cx="678874" cy="162243"/>
          </a:xfrm>
          <a:prstGeom prst="rect">
            <a:avLst/>
          </a:prstGeom>
        </p:spPr>
      </p:pic>
    </p:spTree>
    <p:extLst>
      <p:ext uri="{BB962C8B-B14F-4D97-AF65-F5344CB8AC3E}">
        <p14:creationId xmlns:p14="http://schemas.microsoft.com/office/powerpoint/2010/main" val="955667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rtlCol="0"/>
          <a:lstStyle/>
          <a:p>
            <a:pPr rtl="0"/>
            <a:r>
              <a:rPr lang="it-IT" noProof="0"/>
              <a:t>Fare clic per modificare lo stile del titolo</a:t>
            </a:r>
          </a:p>
        </p:txBody>
      </p:sp>
      <p:sp>
        <p:nvSpPr>
          <p:cNvPr id="3" name="Segnaposto data 2"/>
          <p:cNvSpPr>
            <a:spLocks noGrp="1"/>
          </p:cNvSpPr>
          <p:nvPr>
            <p:ph type="dt" sz="half" idx="10"/>
          </p:nvPr>
        </p:nvSpPr>
        <p:spPr/>
        <p:txBody>
          <a:bodyPr rtlCol="0"/>
          <a:lstStyle/>
          <a:p>
            <a:pPr rtl="0"/>
            <a:fld id="{6E20A04D-C6B1-464E-A9D6-9B6756A0049A}" type="datetime1">
              <a:rPr lang="it-IT" noProof="0" smtClean="0"/>
              <a:t>19/10/2026</a:t>
            </a:fld>
            <a:endParaRPr lang="it-IT" noProof="0"/>
          </a:p>
        </p:txBody>
      </p:sp>
      <p:sp>
        <p:nvSpPr>
          <p:cNvPr id="4" name="Segnaposto piè di pagina 3"/>
          <p:cNvSpPr>
            <a:spLocks noGrp="1"/>
          </p:cNvSpPr>
          <p:nvPr>
            <p:ph type="ftr" sz="quarter" idx="11"/>
          </p:nvPr>
        </p:nvSpPr>
        <p:spPr/>
        <p:txBody>
          <a:bodyPr rtlCol="0"/>
          <a:lstStyle/>
          <a:p>
            <a:pPr rtl="0"/>
            <a:endParaRPr lang="it-IT" noProof="0"/>
          </a:p>
        </p:txBody>
      </p:sp>
      <p:sp>
        <p:nvSpPr>
          <p:cNvPr id="5" name="Segnaposto numero diapositiva 4"/>
          <p:cNvSpPr>
            <a:spLocks noGrp="1"/>
          </p:cNvSpPr>
          <p:nvPr>
            <p:ph type="sldNum" sz="quarter" idx="12"/>
          </p:nvPr>
        </p:nvSpPr>
        <p:spPr/>
        <p:txBody>
          <a:bodyPr rtlCol="0"/>
          <a:lstStyle/>
          <a:p>
            <a:pPr rtl="0"/>
            <a:fld id="{6D22F896-40B5-4ADD-8801-0D06FADFA095}" type="slidenum">
              <a:rPr lang="it-IT" noProof="0" smtClean="0"/>
              <a:t>‹N›</a:t>
            </a:fld>
            <a:endParaRPr lang="it-IT" noProof="0"/>
          </a:p>
        </p:txBody>
      </p:sp>
    </p:spTree>
    <p:extLst>
      <p:ext uri="{BB962C8B-B14F-4D97-AF65-F5344CB8AC3E}">
        <p14:creationId xmlns:p14="http://schemas.microsoft.com/office/powerpoint/2010/main" val="20141085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meline 3">
    <p:bg>
      <p:bgPr>
        <a:solidFill>
          <a:schemeClr val="tx1">
            <a:lumMod val="75000"/>
            <a:lumOff val="2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CF0B1-5FBF-6F99-DA2D-C2AE165C78B8}"/>
              </a:ext>
            </a:extLst>
          </p:cNvPr>
          <p:cNvSpPr>
            <a:spLocks noGrp="1"/>
          </p:cNvSpPr>
          <p:nvPr>
            <p:ph type="title" hasCustomPrompt="1"/>
          </p:nvPr>
        </p:nvSpPr>
        <p:spPr>
          <a:xfrm>
            <a:off x="369642" y="133124"/>
            <a:ext cx="5033543" cy="432647"/>
          </a:xfrm>
        </p:spPr>
        <p:txBody>
          <a:bodyPr/>
          <a:lstStyle>
            <a:lvl1pPr>
              <a:defRPr cap="all" baseline="0"/>
            </a:lvl1pPr>
          </a:lstStyle>
          <a:p>
            <a:r>
              <a:rPr lang="en-US" b="0">
                <a:solidFill>
                  <a:schemeClr val="bg1"/>
                </a:solidFill>
              </a:rPr>
              <a:t>CLICK TO ADD TITLE</a:t>
            </a:r>
            <a:endParaRPr lang="en-US">
              <a:solidFill>
                <a:schemeClr val="bg1"/>
              </a:solidFill>
            </a:endParaRPr>
          </a:p>
        </p:txBody>
      </p:sp>
      <p:sp>
        <p:nvSpPr>
          <p:cNvPr id="23" name="Rectangle 22">
            <a:extLst>
              <a:ext uri="{FF2B5EF4-FFF2-40B4-BE49-F238E27FC236}">
                <a16:creationId xmlns:a16="http://schemas.microsoft.com/office/drawing/2014/main" id="{D19906B8-0130-4CE3-A402-AD14F694B174}"/>
              </a:ext>
              <a:ext uri="{C183D7F6-B498-43B3-948B-1728B52AA6E4}">
                <adec:decorative xmlns:adec="http://schemas.microsoft.com/office/drawing/2017/decorative" val="1"/>
              </a:ext>
            </a:extLst>
          </p:cNvPr>
          <p:cNvSpPr/>
          <p:nvPr userDrawn="1"/>
        </p:nvSpPr>
        <p:spPr>
          <a:xfrm>
            <a:off x="368291" y="632590"/>
            <a:ext cx="5029219" cy="2401357"/>
          </a:xfrm>
          <a:prstGeom prst="rect">
            <a:avLst/>
          </a:pr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1"/>
          </a:p>
        </p:txBody>
      </p:sp>
      <p:sp>
        <p:nvSpPr>
          <p:cNvPr id="7" name="Text Placeholder 6">
            <a:extLst>
              <a:ext uri="{FF2B5EF4-FFF2-40B4-BE49-F238E27FC236}">
                <a16:creationId xmlns:a16="http://schemas.microsoft.com/office/drawing/2014/main" id="{B5DEA1F5-0E0B-B85B-D1EB-BEBCBED6E5B8}"/>
              </a:ext>
            </a:extLst>
          </p:cNvPr>
          <p:cNvSpPr>
            <a:spLocks noGrp="1"/>
          </p:cNvSpPr>
          <p:nvPr>
            <p:ph type="body" sz="quarter" idx="10" hasCustomPrompt="1"/>
          </p:nvPr>
        </p:nvSpPr>
        <p:spPr>
          <a:xfrm>
            <a:off x="473495" y="764155"/>
            <a:ext cx="680279" cy="211011"/>
          </a:xfrm>
        </p:spPr>
        <p:txBody>
          <a:bodyPr anchor="b">
            <a:normAutofit/>
          </a:bodyPr>
          <a:lstStyle>
            <a:lvl1pPr marL="0" indent="0">
              <a:buNone/>
              <a:defRPr sz="662"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ADD TEXT</a:t>
            </a:r>
          </a:p>
        </p:txBody>
      </p:sp>
      <p:sp>
        <p:nvSpPr>
          <p:cNvPr id="12" name="Text Placeholder 6">
            <a:extLst>
              <a:ext uri="{FF2B5EF4-FFF2-40B4-BE49-F238E27FC236}">
                <a16:creationId xmlns:a16="http://schemas.microsoft.com/office/drawing/2014/main" id="{0927EF45-A807-DB68-1EE5-226052417123}"/>
              </a:ext>
            </a:extLst>
          </p:cNvPr>
          <p:cNvSpPr>
            <a:spLocks noGrp="1"/>
          </p:cNvSpPr>
          <p:nvPr>
            <p:ph type="body" sz="quarter" idx="15" hasCustomPrompt="1"/>
          </p:nvPr>
        </p:nvSpPr>
        <p:spPr>
          <a:xfrm>
            <a:off x="473495" y="959343"/>
            <a:ext cx="680279" cy="310125"/>
          </a:xfrm>
        </p:spPr>
        <p:txBody>
          <a:bodyPr lIns="91440" tIns="0" rIns="91440" bIns="0" anchor="t">
            <a:noAutofit/>
          </a:bodyPr>
          <a:lstStyle>
            <a:lvl1pPr marL="0" indent="0">
              <a:buNone/>
              <a:defRPr sz="2554"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00</a:t>
            </a:r>
          </a:p>
        </p:txBody>
      </p:sp>
      <p:sp>
        <p:nvSpPr>
          <p:cNvPr id="25" name="Text Placeholder 24">
            <a:extLst>
              <a:ext uri="{FF2B5EF4-FFF2-40B4-BE49-F238E27FC236}">
                <a16:creationId xmlns:a16="http://schemas.microsoft.com/office/drawing/2014/main" id="{D0FD1A64-5429-B203-D1FD-902607CD1A09}"/>
              </a:ext>
            </a:extLst>
          </p:cNvPr>
          <p:cNvSpPr>
            <a:spLocks noGrp="1"/>
          </p:cNvSpPr>
          <p:nvPr>
            <p:ph type="body" sz="quarter" idx="30" hasCustomPrompt="1"/>
          </p:nvPr>
        </p:nvSpPr>
        <p:spPr>
          <a:xfrm>
            <a:off x="384276" y="1211411"/>
            <a:ext cx="977094" cy="1279578"/>
          </a:xfrm>
          <a:custGeom>
            <a:avLst/>
            <a:gdLst>
              <a:gd name="connsiteX0" fmla="*/ 0 w 2066101"/>
              <a:gd name="connsiteY0" fmla="*/ 0 h 2704392"/>
              <a:gd name="connsiteX1" fmla="*/ 2066101 w 2066101"/>
              <a:gd name="connsiteY1" fmla="*/ 0 h 2704392"/>
              <a:gd name="connsiteX2" fmla="*/ 2066101 w 2066101"/>
              <a:gd name="connsiteY2" fmla="*/ 2704392 h 2704392"/>
              <a:gd name="connsiteX3" fmla="*/ 0 w 2066101"/>
              <a:gd name="connsiteY3" fmla="*/ 2704392 h 2704392"/>
            </a:gdLst>
            <a:ahLst/>
            <a:cxnLst>
              <a:cxn ang="0">
                <a:pos x="connsiteX0" y="connsiteY0"/>
              </a:cxn>
              <a:cxn ang="0">
                <a:pos x="connsiteX1" y="connsiteY1"/>
              </a:cxn>
              <a:cxn ang="0">
                <a:pos x="connsiteX2" y="connsiteY2"/>
              </a:cxn>
              <a:cxn ang="0">
                <a:pos x="connsiteX3" y="connsiteY3"/>
              </a:cxn>
            </a:cxnLst>
            <a:rect l="l" t="t" r="r" b="b"/>
            <a:pathLst>
              <a:path w="2066101" h="2704392">
                <a:moveTo>
                  <a:pt x="0" y="0"/>
                </a:moveTo>
                <a:lnTo>
                  <a:pt x="2066101" y="0"/>
                </a:lnTo>
                <a:lnTo>
                  <a:pt x="2066101" y="2704392"/>
                </a:lnTo>
                <a:lnTo>
                  <a:pt x="0" y="2704392"/>
                </a:lnTo>
                <a:close/>
              </a:path>
            </a:pathLst>
          </a:custGeom>
          <a:solidFill>
            <a:schemeClr val="tx1">
              <a:lumMod val="75000"/>
              <a:lumOff val="25000"/>
            </a:schemeClr>
          </a:solidFill>
          <a:ln>
            <a:noFill/>
          </a:ln>
          <a:effectLst>
            <a:outerShdw blurRad="50800" dist="50800" dir="16200000"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292608" tIns="822960" rtlCol="0" anchor="t">
            <a:normAutofit/>
          </a:bodyPr>
          <a:lstStyle>
            <a:lvl1pPr marL="0" indent="0" algn="l">
              <a:buFont typeface="Arial" panose="020B0604020202020204" pitchFamily="34" charset="0"/>
              <a:buNone/>
              <a:defRPr lang="en-US" sz="567" dirty="0">
                <a:solidFill>
                  <a:schemeClr val="lt1"/>
                </a:solidFill>
              </a:defRPr>
            </a:lvl1pPr>
          </a:lstStyle>
          <a:p>
            <a:pPr marL="0" lvl="0" algn="ctr"/>
            <a:r>
              <a:rPr lang="en-US"/>
              <a:t>Add text here</a:t>
            </a:r>
          </a:p>
        </p:txBody>
      </p:sp>
      <p:sp>
        <p:nvSpPr>
          <p:cNvPr id="6" name="Picture Placeholder 5">
            <a:extLst>
              <a:ext uri="{FF2B5EF4-FFF2-40B4-BE49-F238E27FC236}">
                <a16:creationId xmlns:a16="http://schemas.microsoft.com/office/drawing/2014/main" id="{A2EC95D5-1A0A-6660-B6C6-30CA65A39383}"/>
              </a:ext>
            </a:extLst>
          </p:cNvPr>
          <p:cNvSpPr>
            <a:spLocks noGrp="1"/>
          </p:cNvSpPr>
          <p:nvPr>
            <p:ph type="pic" sz="quarter" idx="25"/>
          </p:nvPr>
        </p:nvSpPr>
        <p:spPr>
          <a:xfrm>
            <a:off x="710752" y="2611117"/>
            <a:ext cx="324326" cy="324485"/>
          </a:xfrm>
        </p:spPr>
        <p:txBody>
          <a:bodyPr>
            <a:normAutofit/>
          </a:bodyPr>
          <a:lstStyle>
            <a:lvl1pPr marL="0" indent="0" algn="ctr">
              <a:buNone/>
              <a:defRPr sz="473"/>
            </a:lvl1pPr>
          </a:lstStyle>
          <a:p>
            <a:endParaRPr lang="en-US"/>
          </a:p>
        </p:txBody>
      </p:sp>
      <p:sp>
        <p:nvSpPr>
          <p:cNvPr id="8" name="Text Placeholder 6">
            <a:extLst>
              <a:ext uri="{FF2B5EF4-FFF2-40B4-BE49-F238E27FC236}">
                <a16:creationId xmlns:a16="http://schemas.microsoft.com/office/drawing/2014/main" id="{C99194BA-C71C-FB82-7058-42ECFE165A71}"/>
              </a:ext>
            </a:extLst>
          </p:cNvPr>
          <p:cNvSpPr>
            <a:spLocks noGrp="1"/>
          </p:cNvSpPr>
          <p:nvPr>
            <p:ph type="body" sz="quarter" idx="11" hasCustomPrompt="1"/>
          </p:nvPr>
        </p:nvSpPr>
        <p:spPr>
          <a:xfrm>
            <a:off x="1482510" y="764155"/>
            <a:ext cx="680279" cy="211011"/>
          </a:xfrm>
        </p:spPr>
        <p:txBody>
          <a:bodyPr anchor="b">
            <a:normAutofit/>
          </a:bodyPr>
          <a:lstStyle>
            <a:lvl1pPr marL="0" indent="0">
              <a:buNone/>
              <a:defRPr sz="662"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ADD TEXT</a:t>
            </a:r>
          </a:p>
        </p:txBody>
      </p:sp>
      <p:sp>
        <p:nvSpPr>
          <p:cNvPr id="13" name="Text Placeholder 6">
            <a:extLst>
              <a:ext uri="{FF2B5EF4-FFF2-40B4-BE49-F238E27FC236}">
                <a16:creationId xmlns:a16="http://schemas.microsoft.com/office/drawing/2014/main" id="{1C9BA2BC-110F-DB84-10C1-221D101343C3}"/>
              </a:ext>
            </a:extLst>
          </p:cNvPr>
          <p:cNvSpPr>
            <a:spLocks noGrp="1"/>
          </p:cNvSpPr>
          <p:nvPr>
            <p:ph type="body" sz="quarter" idx="16" hasCustomPrompt="1"/>
          </p:nvPr>
        </p:nvSpPr>
        <p:spPr>
          <a:xfrm>
            <a:off x="1482510" y="959343"/>
            <a:ext cx="680279" cy="310125"/>
          </a:xfrm>
        </p:spPr>
        <p:txBody>
          <a:bodyPr lIns="91440" tIns="0" rIns="91440" bIns="0" anchor="t">
            <a:noAutofit/>
          </a:bodyPr>
          <a:lstStyle>
            <a:lvl1pPr marL="0" indent="0">
              <a:buNone/>
              <a:defRPr sz="2554"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00</a:t>
            </a:r>
          </a:p>
        </p:txBody>
      </p:sp>
      <p:sp>
        <p:nvSpPr>
          <p:cNvPr id="26" name="Text Placeholder 25">
            <a:extLst>
              <a:ext uri="{FF2B5EF4-FFF2-40B4-BE49-F238E27FC236}">
                <a16:creationId xmlns:a16="http://schemas.microsoft.com/office/drawing/2014/main" id="{7D9324C6-8649-EB3C-8916-E1EA3B89150F}"/>
              </a:ext>
            </a:extLst>
          </p:cNvPr>
          <p:cNvSpPr>
            <a:spLocks noGrp="1"/>
          </p:cNvSpPr>
          <p:nvPr>
            <p:ph type="body" sz="quarter" idx="31" hasCustomPrompt="1"/>
          </p:nvPr>
        </p:nvSpPr>
        <p:spPr>
          <a:xfrm>
            <a:off x="1389307" y="1211411"/>
            <a:ext cx="977094" cy="1279578"/>
          </a:xfrm>
          <a:custGeom>
            <a:avLst/>
            <a:gdLst>
              <a:gd name="connsiteX0" fmla="*/ 0 w 2066101"/>
              <a:gd name="connsiteY0" fmla="*/ 0 h 2704392"/>
              <a:gd name="connsiteX1" fmla="*/ 2066101 w 2066101"/>
              <a:gd name="connsiteY1" fmla="*/ 0 h 2704392"/>
              <a:gd name="connsiteX2" fmla="*/ 2066101 w 2066101"/>
              <a:gd name="connsiteY2" fmla="*/ 2704392 h 2704392"/>
              <a:gd name="connsiteX3" fmla="*/ 0 w 2066101"/>
              <a:gd name="connsiteY3" fmla="*/ 2704392 h 2704392"/>
            </a:gdLst>
            <a:ahLst/>
            <a:cxnLst>
              <a:cxn ang="0">
                <a:pos x="connsiteX0" y="connsiteY0"/>
              </a:cxn>
              <a:cxn ang="0">
                <a:pos x="connsiteX1" y="connsiteY1"/>
              </a:cxn>
              <a:cxn ang="0">
                <a:pos x="connsiteX2" y="connsiteY2"/>
              </a:cxn>
              <a:cxn ang="0">
                <a:pos x="connsiteX3" y="connsiteY3"/>
              </a:cxn>
            </a:cxnLst>
            <a:rect l="l" t="t" r="r" b="b"/>
            <a:pathLst>
              <a:path w="2066101" h="2704392">
                <a:moveTo>
                  <a:pt x="0" y="0"/>
                </a:moveTo>
                <a:lnTo>
                  <a:pt x="2066101" y="0"/>
                </a:lnTo>
                <a:lnTo>
                  <a:pt x="2066101" y="2704392"/>
                </a:lnTo>
                <a:lnTo>
                  <a:pt x="0" y="2704392"/>
                </a:lnTo>
                <a:close/>
              </a:path>
            </a:pathLst>
          </a:custGeom>
          <a:solidFill>
            <a:schemeClr val="tx1">
              <a:lumMod val="75000"/>
              <a:lumOff val="25000"/>
            </a:schemeClr>
          </a:solidFill>
          <a:ln>
            <a:noFill/>
          </a:ln>
          <a:effectLst>
            <a:outerShdw blurRad="50800" dist="50800" dir="16200000"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292608" tIns="822960" rtlCol="0" anchor="t">
            <a:normAutofit/>
          </a:bodyPr>
          <a:lstStyle>
            <a:lvl1pPr marL="0" indent="0" algn="l">
              <a:buFont typeface="Arial" panose="020B0604020202020204" pitchFamily="34" charset="0"/>
              <a:buNone/>
              <a:defRPr lang="en-US" sz="567" dirty="0">
                <a:solidFill>
                  <a:schemeClr val="lt1"/>
                </a:solidFill>
              </a:defRPr>
            </a:lvl1pPr>
          </a:lstStyle>
          <a:p>
            <a:pPr marL="0" lvl="0" algn="ctr"/>
            <a:r>
              <a:rPr lang="en-US"/>
              <a:t>Add text here</a:t>
            </a:r>
          </a:p>
        </p:txBody>
      </p:sp>
      <p:sp>
        <p:nvSpPr>
          <p:cNvPr id="28" name="Picture Placeholder 5">
            <a:extLst>
              <a:ext uri="{FF2B5EF4-FFF2-40B4-BE49-F238E27FC236}">
                <a16:creationId xmlns:a16="http://schemas.microsoft.com/office/drawing/2014/main" id="{FF90473A-C83D-5DEA-ED9A-7152AD2E5AFD}"/>
              </a:ext>
            </a:extLst>
          </p:cNvPr>
          <p:cNvSpPr>
            <a:spLocks noGrp="1"/>
          </p:cNvSpPr>
          <p:nvPr>
            <p:ph type="pic" sz="quarter" idx="26"/>
          </p:nvPr>
        </p:nvSpPr>
        <p:spPr>
          <a:xfrm>
            <a:off x="1721253" y="2611117"/>
            <a:ext cx="324326" cy="324485"/>
          </a:xfrm>
        </p:spPr>
        <p:txBody>
          <a:bodyPr>
            <a:normAutofit/>
          </a:bodyPr>
          <a:lstStyle>
            <a:lvl1pPr marL="0" indent="0" algn="ctr">
              <a:buNone/>
              <a:defRPr sz="473"/>
            </a:lvl1pPr>
          </a:lstStyle>
          <a:p>
            <a:endParaRPr lang="en-US"/>
          </a:p>
        </p:txBody>
      </p:sp>
      <p:sp>
        <p:nvSpPr>
          <p:cNvPr id="9" name="Text Placeholder 6">
            <a:extLst>
              <a:ext uri="{FF2B5EF4-FFF2-40B4-BE49-F238E27FC236}">
                <a16:creationId xmlns:a16="http://schemas.microsoft.com/office/drawing/2014/main" id="{3E9B7D98-8661-78D4-B906-E82F8AA1DBF2}"/>
              </a:ext>
            </a:extLst>
          </p:cNvPr>
          <p:cNvSpPr>
            <a:spLocks noGrp="1"/>
          </p:cNvSpPr>
          <p:nvPr>
            <p:ph type="body" sz="quarter" idx="12" hasCustomPrompt="1"/>
          </p:nvPr>
        </p:nvSpPr>
        <p:spPr>
          <a:xfrm>
            <a:off x="2490515" y="764155"/>
            <a:ext cx="680279" cy="211011"/>
          </a:xfrm>
        </p:spPr>
        <p:txBody>
          <a:bodyPr anchor="b">
            <a:normAutofit/>
          </a:bodyPr>
          <a:lstStyle>
            <a:lvl1pPr marL="0" indent="0">
              <a:buNone/>
              <a:defRPr sz="662"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ADD TEXT</a:t>
            </a:r>
          </a:p>
        </p:txBody>
      </p:sp>
      <p:sp>
        <p:nvSpPr>
          <p:cNvPr id="14" name="Text Placeholder 6">
            <a:extLst>
              <a:ext uri="{FF2B5EF4-FFF2-40B4-BE49-F238E27FC236}">
                <a16:creationId xmlns:a16="http://schemas.microsoft.com/office/drawing/2014/main" id="{42B64643-487D-62DA-ED87-8BFFC06F474A}"/>
              </a:ext>
            </a:extLst>
          </p:cNvPr>
          <p:cNvSpPr>
            <a:spLocks noGrp="1"/>
          </p:cNvSpPr>
          <p:nvPr>
            <p:ph type="body" sz="quarter" idx="17" hasCustomPrompt="1"/>
          </p:nvPr>
        </p:nvSpPr>
        <p:spPr>
          <a:xfrm>
            <a:off x="2490515" y="959343"/>
            <a:ext cx="680279" cy="310125"/>
          </a:xfrm>
        </p:spPr>
        <p:txBody>
          <a:bodyPr lIns="91440" tIns="0" rIns="91440" bIns="0" anchor="t">
            <a:noAutofit/>
          </a:bodyPr>
          <a:lstStyle>
            <a:lvl1pPr marL="0" indent="0">
              <a:buNone/>
              <a:defRPr sz="2554"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00</a:t>
            </a:r>
          </a:p>
        </p:txBody>
      </p:sp>
      <p:sp>
        <p:nvSpPr>
          <p:cNvPr id="27" name="Text Placeholder 26">
            <a:extLst>
              <a:ext uri="{FF2B5EF4-FFF2-40B4-BE49-F238E27FC236}">
                <a16:creationId xmlns:a16="http://schemas.microsoft.com/office/drawing/2014/main" id="{4179D1CF-4097-FC8C-51C1-CE6ECEE017BD}"/>
              </a:ext>
            </a:extLst>
          </p:cNvPr>
          <p:cNvSpPr>
            <a:spLocks noGrp="1"/>
          </p:cNvSpPr>
          <p:nvPr>
            <p:ph type="body" sz="quarter" idx="32" hasCustomPrompt="1"/>
          </p:nvPr>
        </p:nvSpPr>
        <p:spPr>
          <a:xfrm>
            <a:off x="2394338" y="1211411"/>
            <a:ext cx="977094" cy="1279578"/>
          </a:xfrm>
          <a:custGeom>
            <a:avLst/>
            <a:gdLst>
              <a:gd name="connsiteX0" fmla="*/ 0 w 2066101"/>
              <a:gd name="connsiteY0" fmla="*/ 0 h 2704392"/>
              <a:gd name="connsiteX1" fmla="*/ 2066101 w 2066101"/>
              <a:gd name="connsiteY1" fmla="*/ 0 h 2704392"/>
              <a:gd name="connsiteX2" fmla="*/ 2066101 w 2066101"/>
              <a:gd name="connsiteY2" fmla="*/ 2704392 h 2704392"/>
              <a:gd name="connsiteX3" fmla="*/ 0 w 2066101"/>
              <a:gd name="connsiteY3" fmla="*/ 2704392 h 2704392"/>
            </a:gdLst>
            <a:ahLst/>
            <a:cxnLst>
              <a:cxn ang="0">
                <a:pos x="connsiteX0" y="connsiteY0"/>
              </a:cxn>
              <a:cxn ang="0">
                <a:pos x="connsiteX1" y="connsiteY1"/>
              </a:cxn>
              <a:cxn ang="0">
                <a:pos x="connsiteX2" y="connsiteY2"/>
              </a:cxn>
              <a:cxn ang="0">
                <a:pos x="connsiteX3" y="connsiteY3"/>
              </a:cxn>
            </a:cxnLst>
            <a:rect l="l" t="t" r="r" b="b"/>
            <a:pathLst>
              <a:path w="2066101" h="2704392">
                <a:moveTo>
                  <a:pt x="0" y="0"/>
                </a:moveTo>
                <a:lnTo>
                  <a:pt x="2066101" y="0"/>
                </a:lnTo>
                <a:lnTo>
                  <a:pt x="2066101" y="2704392"/>
                </a:lnTo>
                <a:lnTo>
                  <a:pt x="0" y="2704392"/>
                </a:lnTo>
                <a:close/>
              </a:path>
            </a:pathLst>
          </a:custGeom>
          <a:solidFill>
            <a:schemeClr val="tx1">
              <a:lumMod val="75000"/>
              <a:lumOff val="25000"/>
            </a:schemeClr>
          </a:solidFill>
          <a:ln>
            <a:noFill/>
          </a:ln>
          <a:effectLst>
            <a:outerShdw blurRad="50800" dist="50800" dir="16200000"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292608" tIns="822960" rtlCol="0" anchor="t">
            <a:normAutofit/>
          </a:bodyPr>
          <a:lstStyle>
            <a:lvl1pPr marL="0" indent="0" algn="l">
              <a:buFont typeface="Arial" panose="020B0604020202020204" pitchFamily="34" charset="0"/>
              <a:buNone/>
              <a:defRPr lang="en-US" sz="567" dirty="0">
                <a:solidFill>
                  <a:schemeClr val="lt1"/>
                </a:solidFill>
              </a:defRPr>
            </a:lvl1pPr>
          </a:lstStyle>
          <a:p>
            <a:pPr marL="0" lvl="0" algn="ctr"/>
            <a:r>
              <a:rPr lang="en-US"/>
              <a:t>Add text here</a:t>
            </a:r>
          </a:p>
        </p:txBody>
      </p:sp>
      <p:sp>
        <p:nvSpPr>
          <p:cNvPr id="29" name="Picture Placeholder 5">
            <a:extLst>
              <a:ext uri="{FF2B5EF4-FFF2-40B4-BE49-F238E27FC236}">
                <a16:creationId xmlns:a16="http://schemas.microsoft.com/office/drawing/2014/main" id="{022FCC6D-3088-C2FB-FC8F-E636A7F53A13}"/>
              </a:ext>
            </a:extLst>
          </p:cNvPr>
          <p:cNvSpPr>
            <a:spLocks noGrp="1"/>
          </p:cNvSpPr>
          <p:nvPr>
            <p:ph type="pic" sz="quarter" idx="27"/>
          </p:nvPr>
        </p:nvSpPr>
        <p:spPr>
          <a:xfrm>
            <a:off x="2718484" y="2611117"/>
            <a:ext cx="324326" cy="324485"/>
          </a:xfrm>
        </p:spPr>
        <p:txBody>
          <a:bodyPr>
            <a:normAutofit/>
          </a:bodyPr>
          <a:lstStyle>
            <a:lvl1pPr marL="0" indent="0" algn="ctr">
              <a:buNone/>
              <a:defRPr sz="473"/>
            </a:lvl1pPr>
          </a:lstStyle>
          <a:p>
            <a:endParaRPr lang="en-US"/>
          </a:p>
        </p:txBody>
      </p:sp>
      <p:sp>
        <p:nvSpPr>
          <p:cNvPr id="10" name="Text Placeholder 6">
            <a:extLst>
              <a:ext uri="{FF2B5EF4-FFF2-40B4-BE49-F238E27FC236}">
                <a16:creationId xmlns:a16="http://schemas.microsoft.com/office/drawing/2014/main" id="{4D3EA25A-8DAD-D356-C0BA-9C67D9A4279F}"/>
              </a:ext>
            </a:extLst>
          </p:cNvPr>
          <p:cNvSpPr>
            <a:spLocks noGrp="1"/>
          </p:cNvSpPr>
          <p:nvPr>
            <p:ph type="body" sz="quarter" idx="13" hasCustomPrompt="1"/>
          </p:nvPr>
        </p:nvSpPr>
        <p:spPr>
          <a:xfrm>
            <a:off x="3480311" y="764155"/>
            <a:ext cx="680279" cy="211011"/>
          </a:xfrm>
        </p:spPr>
        <p:txBody>
          <a:bodyPr anchor="b">
            <a:normAutofit/>
          </a:bodyPr>
          <a:lstStyle>
            <a:lvl1pPr marL="0" indent="0">
              <a:buNone/>
              <a:defRPr sz="662"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ADD TEXT</a:t>
            </a:r>
          </a:p>
        </p:txBody>
      </p:sp>
      <p:sp>
        <p:nvSpPr>
          <p:cNvPr id="15" name="Text Placeholder 6">
            <a:extLst>
              <a:ext uri="{FF2B5EF4-FFF2-40B4-BE49-F238E27FC236}">
                <a16:creationId xmlns:a16="http://schemas.microsoft.com/office/drawing/2014/main" id="{3BB83F7C-5495-8D46-6D74-3F64F38469B4}"/>
              </a:ext>
            </a:extLst>
          </p:cNvPr>
          <p:cNvSpPr>
            <a:spLocks noGrp="1"/>
          </p:cNvSpPr>
          <p:nvPr>
            <p:ph type="body" sz="quarter" idx="18" hasCustomPrompt="1"/>
          </p:nvPr>
        </p:nvSpPr>
        <p:spPr>
          <a:xfrm>
            <a:off x="3480311" y="959343"/>
            <a:ext cx="680279" cy="310125"/>
          </a:xfrm>
        </p:spPr>
        <p:txBody>
          <a:bodyPr lIns="91440" tIns="0" rIns="91440" bIns="0" anchor="t">
            <a:noAutofit/>
          </a:bodyPr>
          <a:lstStyle>
            <a:lvl1pPr marL="0" indent="0">
              <a:buNone/>
              <a:defRPr sz="2554"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00</a:t>
            </a:r>
          </a:p>
        </p:txBody>
      </p:sp>
      <p:sp>
        <p:nvSpPr>
          <p:cNvPr id="32" name="Text Placeholder 31">
            <a:extLst>
              <a:ext uri="{FF2B5EF4-FFF2-40B4-BE49-F238E27FC236}">
                <a16:creationId xmlns:a16="http://schemas.microsoft.com/office/drawing/2014/main" id="{6806C076-7B20-8C54-8D7C-15B7E32E8B60}"/>
              </a:ext>
            </a:extLst>
          </p:cNvPr>
          <p:cNvSpPr>
            <a:spLocks noGrp="1"/>
          </p:cNvSpPr>
          <p:nvPr>
            <p:ph type="body" sz="quarter" idx="33" hasCustomPrompt="1"/>
          </p:nvPr>
        </p:nvSpPr>
        <p:spPr>
          <a:xfrm>
            <a:off x="3399369" y="1211411"/>
            <a:ext cx="977094" cy="1279578"/>
          </a:xfrm>
          <a:custGeom>
            <a:avLst/>
            <a:gdLst>
              <a:gd name="connsiteX0" fmla="*/ 0 w 2066101"/>
              <a:gd name="connsiteY0" fmla="*/ 0 h 2704392"/>
              <a:gd name="connsiteX1" fmla="*/ 2066101 w 2066101"/>
              <a:gd name="connsiteY1" fmla="*/ 0 h 2704392"/>
              <a:gd name="connsiteX2" fmla="*/ 2066101 w 2066101"/>
              <a:gd name="connsiteY2" fmla="*/ 2704392 h 2704392"/>
              <a:gd name="connsiteX3" fmla="*/ 0 w 2066101"/>
              <a:gd name="connsiteY3" fmla="*/ 2704392 h 2704392"/>
            </a:gdLst>
            <a:ahLst/>
            <a:cxnLst>
              <a:cxn ang="0">
                <a:pos x="connsiteX0" y="connsiteY0"/>
              </a:cxn>
              <a:cxn ang="0">
                <a:pos x="connsiteX1" y="connsiteY1"/>
              </a:cxn>
              <a:cxn ang="0">
                <a:pos x="connsiteX2" y="connsiteY2"/>
              </a:cxn>
              <a:cxn ang="0">
                <a:pos x="connsiteX3" y="connsiteY3"/>
              </a:cxn>
            </a:cxnLst>
            <a:rect l="l" t="t" r="r" b="b"/>
            <a:pathLst>
              <a:path w="2066101" h="2704392">
                <a:moveTo>
                  <a:pt x="0" y="0"/>
                </a:moveTo>
                <a:lnTo>
                  <a:pt x="2066101" y="0"/>
                </a:lnTo>
                <a:lnTo>
                  <a:pt x="2066101" y="2704392"/>
                </a:lnTo>
                <a:lnTo>
                  <a:pt x="0" y="2704392"/>
                </a:lnTo>
                <a:close/>
              </a:path>
            </a:pathLst>
          </a:custGeom>
          <a:solidFill>
            <a:schemeClr val="tx1">
              <a:lumMod val="75000"/>
              <a:lumOff val="25000"/>
            </a:schemeClr>
          </a:solidFill>
          <a:ln>
            <a:noFill/>
          </a:ln>
          <a:effectLst>
            <a:outerShdw blurRad="50800" dist="50800" dir="16200000"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292608" tIns="822960" rtlCol="0" anchor="t">
            <a:normAutofit/>
          </a:bodyPr>
          <a:lstStyle>
            <a:lvl1pPr marL="0" indent="0" algn="l">
              <a:buFont typeface="Arial" panose="020B0604020202020204" pitchFamily="34" charset="0"/>
              <a:buNone/>
              <a:defRPr lang="en-US" sz="567" dirty="0">
                <a:solidFill>
                  <a:schemeClr val="lt1"/>
                </a:solidFill>
              </a:defRPr>
            </a:lvl1pPr>
          </a:lstStyle>
          <a:p>
            <a:pPr marL="0" lvl="0" algn="ctr"/>
            <a:r>
              <a:rPr lang="en-US"/>
              <a:t>Add text here</a:t>
            </a:r>
          </a:p>
        </p:txBody>
      </p:sp>
      <p:sp>
        <p:nvSpPr>
          <p:cNvPr id="30" name="Picture Placeholder 5">
            <a:extLst>
              <a:ext uri="{FF2B5EF4-FFF2-40B4-BE49-F238E27FC236}">
                <a16:creationId xmlns:a16="http://schemas.microsoft.com/office/drawing/2014/main" id="{3F3E8A8F-E827-C446-AF20-B093FE645711}"/>
              </a:ext>
            </a:extLst>
          </p:cNvPr>
          <p:cNvSpPr>
            <a:spLocks noGrp="1"/>
          </p:cNvSpPr>
          <p:nvPr>
            <p:ph type="pic" sz="quarter" idx="28"/>
          </p:nvPr>
        </p:nvSpPr>
        <p:spPr>
          <a:xfrm>
            <a:off x="3656912" y="2611117"/>
            <a:ext cx="324326" cy="324485"/>
          </a:xfrm>
        </p:spPr>
        <p:txBody>
          <a:bodyPr>
            <a:normAutofit/>
          </a:bodyPr>
          <a:lstStyle>
            <a:lvl1pPr marL="0" indent="0" algn="ctr">
              <a:buNone/>
              <a:defRPr sz="473"/>
            </a:lvl1pPr>
          </a:lstStyle>
          <a:p>
            <a:endParaRPr lang="en-US"/>
          </a:p>
        </p:txBody>
      </p:sp>
      <p:sp>
        <p:nvSpPr>
          <p:cNvPr id="11" name="Text Placeholder 6">
            <a:extLst>
              <a:ext uri="{FF2B5EF4-FFF2-40B4-BE49-F238E27FC236}">
                <a16:creationId xmlns:a16="http://schemas.microsoft.com/office/drawing/2014/main" id="{9926F0D6-3D6F-CF88-7E9C-73E88C5C4B26}"/>
              </a:ext>
            </a:extLst>
          </p:cNvPr>
          <p:cNvSpPr>
            <a:spLocks noGrp="1"/>
          </p:cNvSpPr>
          <p:nvPr>
            <p:ph type="body" sz="quarter" idx="14" hasCustomPrompt="1"/>
          </p:nvPr>
        </p:nvSpPr>
        <p:spPr>
          <a:xfrm>
            <a:off x="4488957" y="764155"/>
            <a:ext cx="680279" cy="211011"/>
          </a:xfrm>
        </p:spPr>
        <p:txBody>
          <a:bodyPr anchor="b">
            <a:normAutofit/>
          </a:bodyPr>
          <a:lstStyle>
            <a:lvl1pPr marL="0" indent="0">
              <a:buNone/>
              <a:defRPr sz="662"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ADD TEXT</a:t>
            </a:r>
          </a:p>
        </p:txBody>
      </p:sp>
      <p:sp>
        <p:nvSpPr>
          <p:cNvPr id="16" name="Text Placeholder 6">
            <a:extLst>
              <a:ext uri="{FF2B5EF4-FFF2-40B4-BE49-F238E27FC236}">
                <a16:creationId xmlns:a16="http://schemas.microsoft.com/office/drawing/2014/main" id="{A285DCD4-48AB-6937-6F44-D27E776530CD}"/>
              </a:ext>
            </a:extLst>
          </p:cNvPr>
          <p:cNvSpPr>
            <a:spLocks noGrp="1"/>
          </p:cNvSpPr>
          <p:nvPr>
            <p:ph type="body" sz="quarter" idx="19" hasCustomPrompt="1"/>
          </p:nvPr>
        </p:nvSpPr>
        <p:spPr>
          <a:xfrm>
            <a:off x="4488957" y="959343"/>
            <a:ext cx="680279" cy="310125"/>
          </a:xfrm>
        </p:spPr>
        <p:txBody>
          <a:bodyPr lIns="91440" tIns="0" rIns="91440" bIns="0" anchor="t">
            <a:noAutofit/>
          </a:bodyPr>
          <a:lstStyle>
            <a:lvl1pPr marL="0" indent="0">
              <a:buNone/>
              <a:defRPr sz="2554" b="1" cap="all" baseline="0">
                <a:latin typeface="+mn-lt"/>
              </a:defRPr>
            </a:lvl1pPr>
            <a:lvl2pPr marL="216210" indent="0">
              <a:buNone/>
              <a:defRPr b="1">
                <a:latin typeface="+mj-lt"/>
              </a:defRPr>
            </a:lvl2pPr>
            <a:lvl3pPr marL="432420" indent="0">
              <a:buNone/>
              <a:defRPr b="1">
                <a:latin typeface="+mj-lt"/>
              </a:defRPr>
            </a:lvl3pPr>
            <a:lvl4pPr marL="648630" indent="0">
              <a:buNone/>
              <a:defRPr b="1">
                <a:latin typeface="+mj-lt"/>
              </a:defRPr>
            </a:lvl4pPr>
            <a:lvl5pPr marL="864840" indent="0">
              <a:buNone/>
              <a:defRPr b="1">
                <a:latin typeface="+mj-lt"/>
              </a:defRPr>
            </a:lvl5pPr>
          </a:lstStyle>
          <a:p>
            <a:pPr lvl="0"/>
            <a:r>
              <a:rPr lang="en-US"/>
              <a:t>00</a:t>
            </a:r>
          </a:p>
        </p:txBody>
      </p:sp>
      <p:sp>
        <p:nvSpPr>
          <p:cNvPr id="33" name="Text Placeholder 32">
            <a:extLst>
              <a:ext uri="{FF2B5EF4-FFF2-40B4-BE49-F238E27FC236}">
                <a16:creationId xmlns:a16="http://schemas.microsoft.com/office/drawing/2014/main" id="{8550EAA6-FAF3-B60B-E55B-E2D09B5B32C7}"/>
              </a:ext>
            </a:extLst>
          </p:cNvPr>
          <p:cNvSpPr>
            <a:spLocks noGrp="1"/>
          </p:cNvSpPr>
          <p:nvPr>
            <p:ph type="body" sz="quarter" idx="34" hasCustomPrompt="1"/>
          </p:nvPr>
        </p:nvSpPr>
        <p:spPr>
          <a:xfrm>
            <a:off x="4404400" y="1211411"/>
            <a:ext cx="977094" cy="1279578"/>
          </a:xfrm>
          <a:custGeom>
            <a:avLst/>
            <a:gdLst>
              <a:gd name="connsiteX0" fmla="*/ 0 w 2066101"/>
              <a:gd name="connsiteY0" fmla="*/ 0 h 2704392"/>
              <a:gd name="connsiteX1" fmla="*/ 2066101 w 2066101"/>
              <a:gd name="connsiteY1" fmla="*/ 0 h 2704392"/>
              <a:gd name="connsiteX2" fmla="*/ 2066101 w 2066101"/>
              <a:gd name="connsiteY2" fmla="*/ 2704392 h 2704392"/>
              <a:gd name="connsiteX3" fmla="*/ 0 w 2066101"/>
              <a:gd name="connsiteY3" fmla="*/ 2704392 h 2704392"/>
            </a:gdLst>
            <a:ahLst/>
            <a:cxnLst>
              <a:cxn ang="0">
                <a:pos x="connsiteX0" y="connsiteY0"/>
              </a:cxn>
              <a:cxn ang="0">
                <a:pos x="connsiteX1" y="connsiteY1"/>
              </a:cxn>
              <a:cxn ang="0">
                <a:pos x="connsiteX2" y="connsiteY2"/>
              </a:cxn>
              <a:cxn ang="0">
                <a:pos x="connsiteX3" y="connsiteY3"/>
              </a:cxn>
            </a:cxnLst>
            <a:rect l="l" t="t" r="r" b="b"/>
            <a:pathLst>
              <a:path w="2066101" h="2704392">
                <a:moveTo>
                  <a:pt x="0" y="0"/>
                </a:moveTo>
                <a:lnTo>
                  <a:pt x="2066101" y="0"/>
                </a:lnTo>
                <a:lnTo>
                  <a:pt x="2066101" y="2704392"/>
                </a:lnTo>
                <a:lnTo>
                  <a:pt x="0" y="2704392"/>
                </a:lnTo>
                <a:close/>
              </a:path>
            </a:pathLst>
          </a:custGeom>
          <a:solidFill>
            <a:schemeClr val="tx1">
              <a:lumMod val="75000"/>
              <a:lumOff val="25000"/>
            </a:schemeClr>
          </a:solidFill>
          <a:ln>
            <a:noFill/>
          </a:ln>
          <a:effectLst>
            <a:outerShdw blurRad="50800" dist="50800" dir="16200000"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292608" tIns="822960" rtlCol="0" anchor="t">
            <a:normAutofit/>
          </a:bodyPr>
          <a:lstStyle>
            <a:lvl1pPr marL="0" indent="0" algn="l">
              <a:buFont typeface="Arial" panose="020B0604020202020204" pitchFamily="34" charset="0"/>
              <a:buNone/>
              <a:defRPr lang="en-US" sz="567" dirty="0">
                <a:solidFill>
                  <a:schemeClr val="lt1"/>
                </a:solidFill>
              </a:defRPr>
            </a:lvl1pPr>
          </a:lstStyle>
          <a:p>
            <a:pPr marL="0" lvl="0" algn="ctr"/>
            <a:r>
              <a:rPr lang="en-US"/>
              <a:t>Add text here</a:t>
            </a:r>
          </a:p>
        </p:txBody>
      </p:sp>
      <p:sp>
        <p:nvSpPr>
          <p:cNvPr id="31" name="Picture Placeholder 5">
            <a:extLst>
              <a:ext uri="{FF2B5EF4-FFF2-40B4-BE49-F238E27FC236}">
                <a16:creationId xmlns:a16="http://schemas.microsoft.com/office/drawing/2014/main" id="{BF1B1D02-C803-3AEC-B070-F54F61C0ED50}"/>
              </a:ext>
            </a:extLst>
          </p:cNvPr>
          <p:cNvSpPr>
            <a:spLocks noGrp="1"/>
          </p:cNvSpPr>
          <p:nvPr>
            <p:ph type="pic" sz="quarter" idx="29"/>
          </p:nvPr>
        </p:nvSpPr>
        <p:spPr>
          <a:xfrm>
            <a:off x="4722555" y="2611117"/>
            <a:ext cx="324326" cy="324485"/>
          </a:xfrm>
        </p:spPr>
        <p:txBody>
          <a:bodyPr>
            <a:normAutofit/>
          </a:bodyPr>
          <a:lstStyle>
            <a:lvl1pPr marL="0" indent="0" algn="ctr">
              <a:buNone/>
              <a:defRPr sz="473"/>
            </a:lvl1pPr>
          </a:lstStyle>
          <a:p>
            <a:endParaRPr lang="en-US"/>
          </a:p>
        </p:txBody>
      </p:sp>
      <p:cxnSp>
        <p:nvCxnSpPr>
          <p:cNvPr id="3" name="Straight Connector 2">
            <a:extLst>
              <a:ext uri="{FF2B5EF4-FFF2-40B4-BE49-F238E27FC236}">
                <a16:creationId xmlns:a16="http://schemas.microsoft.com/office/drawing/2014/main" id="{73030AAA-2CDD-F298-9062-1132B681919B}"/>
              </a:ext>
              <a:ext uri="{C183D7F6-B498-43B3-948B-1728B52AA6E4}">
                <adec:decorative xmlns:adec="http://schemas.microsoft.com/office/drawing/2017/decorative" val="1"/>
              </a:ext>
            </a:extLst>
          </p:cNvPr>
          <p:cNvCxnSpPr>
            <a:cxnSpLocks/>
          </p:cNvCxnSpPr>
          <p:nvPr userDrawn="1"/>
        </p:nvCxnSpPr>
        <p:spPr>
          <a:xfrm>
            <a:off x="1381158" y="635630"/>
            <a:ext cx="0" cy="2395277"/>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B46D0763-9E6E-FF42-0267-56F3338C0975}"/>
              </a:ext>
              <a:ext uri="{C183D7F6-B498-43B3-948B-1728B52AA6E4}">
                <adec:decorative xmlns:adec="http://schemas.microsoft.com/office/drawing/2017/decorative" val="1"/>
              </a:ext>
            </a:extLst>
          </p:cNvPr>
          <p:cNvCxnSpPr>
            <a:cxnSpLocks/>
          </p:cNvCxnSpPr>
          <p:nvPr userDrawn="1"/>
        </p:nvCxnSpPr>
        <p:spPr>
          <a:xfrm>
            <a:off x="3387792" y="635630"/>
            <a:ext cx="0" cy="2395277"/>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F6EBB92-E236-06E9-FC5C-300CD3E9807D}"/>
              </a:ext>
              <a:ext uri="{C183D7F6-B498-43B3-948B-1728B52AA6E4}">
                <adec:decorative xmlns:adec="http://schemas.microsoft.com/office/drawing/2017/decorative" val="1"/>
              </a:ext>
            </a:extLst>
          </p:cNvPr>
          <p:cNvCxnSpPr>
            <a:cxnSpLocks/>
          </p:cNvCxnSpPr>
          <p:nvPr userDrawn="1"/>
        </p:nvCxnSpPr>
        <p:spPr>
          <a:xfrm>
            <a:off x="4390732" y="635630"/>
            <a:ext cx="0" cy="2395277"/>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449919DC-1013-927F-4E81-1EBFB7517122}"/>
              </a:ext>
              <a:ext uri="{C183D7F6-B498-43B3-948B-1728B52AA6E4}">
                <adec:decorative xmlns:adec="http://schemas.microsoft.com/office/drawing/2017/decorative" val="1"/>
              </a:ext>
            </a:extLst>
          </p:cNvPr>
          <p:cNvCxnSpPr>
            <a:cxnSpLocks/>
          </p:cNvCxnSpPr>
          <p:nvPr userDrawn="1"/>
        </p:nvCxnSpPr>
        <p:spPr>
          <a:xfrm>
            <a:off x="2385605" y="635630"/>
            <a:ext cx="0" cy="2395277"/>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2CFA93D-825C-5D1C-6391-7C5F1C82D4B0}"/>
              </a:ext>
              <a:ext uri="{C183D7F6-B498-43B3-948B-1728B52AA6E4}">
                <adec:decorative xmlns:adec="http://schemas.microsoft.com/office/drawing/2017/decorative" val="1"/>
              </a:ext>
            </a:extLst>
          </p:cNvPr>
          <p:cNvCxnSpPr/>
          <p:nvPr userDrawn="1"/>
        </p:nvCxnSpPr>
        <p:spPr>
          <a:xfrm flipV="1">
            <a:off x="363966" y="2554712"/>
            <a:ext cx="5033543"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06826202"/>
      </p:ext>
    </p:extLst>
  </p:cSld>
  <p:clrMapOvr>
    <a:masterClrMapping/>
  </p:clrMapOvr>
  <p:extLst>
    <p:ext uri="{DCECCB84-F9BA-43D5-87BE-67443E8EF086}">
      <p15:sldGuideLst xmlns:p15="http://schemas.microsoft.com/office/powerpoint/2012/main">
        <p15:guide id="1" orient="horz" pos="1022" userDrawn="1">
          <p15:clr>
            <a:srgbClr val="FBAE40"/>
          </p15:clr>
        </p15:guide>
        <p15:guide id="2" pos="1816"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16" cstate="print"/>
          <a:stretch>
            <a:fillRect/>
          </a:stretch>
        </p:blipFill>
        <p:spPr>
          <a:xfrm>
            <a:off x="345579" y="3"/>
            <a:ext cx="518378" cy="617051"/>
          </a:xfrm>
          <a:prstGeom prst="rect">
            <a:avLst/>
          </a:prstGeom>
        </p:spPr>
      </p:pic>
      <p:sp>
        <p:nvSpPr>
          <p:cNvPr id="2" name="Holder 2"/>
          <p:cNvSpPr>
            <a:spLocks noGrp="1"/>
          </p:cNvSpPr>
          <p:nvPr>
            <p:ph type="title"/>
          </p:nvPr>
        </p:nvSpPr>
        <p:spPr>
          <a:xfrm>
            <a:off x="1067295" y="252930"/>
            <a:ext cx="2432685" cy="369570"/>
          </a:xfrm>
          <a:prstGeom prst="rect">
            <a:avLst/>
          </a:prstGeom>
        </p:spPr>
        <p:txBody>
          <a:bodyPr wrap="square" lIns="0" tIns="0" rIns="0" bIns="0">
            <a:spAutoFit/>
          </a:bodyPr>
          <a:lstStyle>
            <a:lvl1pPr>
              <a:defRPr sz="1400" b="1" i="0">
                <a:solidFill>
                  <a:srgbClr val="812433"/>
                </a:solidFill>
                <a:latin typeface="Calibri"/>
                <a:cs typeface="Calibri"/>
              </a:defRPr>
            </a:lvl1pPr>
          </a:lstStyle>
          <a:p>
            <a:endParaRPr/>
          </a:p>
        </p:txBody>
      </p:sp>
      <p:sp>
        <p:nvSpPr>
          <p:cNvPr id="3" name="Holder 3"/>
          <p:cNvSpPr>
            <a:spLocks noGrp="1"/>
          </p:cNvSpPr>
          <p:nvPr>
            <p:ph type="body" idx="1"/>
          </p:nvPr>
        </p:nvSpPr>
        <p:spPr>
          <a:xfrm>
            <a:off x="347294" y="656118"/>
            <a:ext cx="5071211" cy="2200275"/>
          </a:xfrm>
          <a:prstGeom prst="rect">
            <a:avLst/>
          </a:prstGeom>
        </p:spPr>
        <p:txBody>
          <a:bodyPr wrap="square" lIns="0" tIns="0" rIns="0" bIns="0">
            <a:spAutoFit/>
          </a:bodyPr>
          <a:lstStyle>
            <a:lvl1pPr>
              <a:defRPr sz="1200" b="1" i="0">
                <a:solidFill>
                  <a:schemeClr val="bg1"/>
                </a:solidFill>
                <a:latin typeface="Calibri"/>
                <a:cs typeface="Calibri"/>
              </a:defRPr>
            </a:lvl1pPr>
          </a:lstStyle>
          <a:p>
            <a:endParaRPr/>
          </a:p>
        </p:txBody>
      </p:sp>
      <p:sp>
        <p:nvSpPr>
          <p:cNvPr id="4" name="Holder 4"/>
          <p:cNvSpPr>
            <a:spLocks noGrp="1"/>
          </p:cNvSpPr>
          <p:nvPr>
            <p:ph type="ftr" sz="quarter" idx="5"/>
          </p:nvPr>
        </p:nvSpPr>
        <p:spPr>
          <a:xfrm>
            <a:off x="1960372" y="3017710"/>
            <a:ext cx="1845056" cy="162242"/>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288290" y="3017710"/>
            <a:ext cx="1326134" cy="16224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10/19/2026</a:t>
            </a:fld>
            <a:endParaRPr lang="en-US"/>
          </a:p>
        </p:txBody>
      </p:sp>
      <p:sp>
        <p:nvSpPr>
          <p:cNvPr id="6" name="Holder 6"/>
          <p:cNvSpPr>
            <a:spLocks noGrp="1"/>
          </p:cNvSpPr>
          <p:nvPr>
            <p:ph type="sldNum" sz="quarter" idx="7"/>
          </p:nvPr>
        </p:nvSpPr>
        <p:spPr>
          <a:xfrm>
            <a:off x="321894" y="3016594"/>
            <a:ext cx="273684" cy="154305"/>
          </a:xfrm>
          <a:prstGeom prst="rect">
            <a:avLst/>
          </a:prstGeom>
        </p:spPr>
        <p:txBody>
          <a:bodyPr wrap="square" lIns="0" tIns="0" rIns="0" bIns="0">
            <a:spAutoFit/>
          </a:bodyPr>
          <a:lstStyle>
            <a:lvl1pPr>
              <a:defRPr sz="800" b="0" i="0">
                <a:solidFill>
                  <a:srgbClr val="3F3F3F"/>
                </a:solidFill>
                <a:latin typeface="Calibri"/>
                <a:cs typeface="Calibri"/>
              </a:defRPr>
            </a:lvl1pPr>
          </a:lstStyle>
          <a:p>
            <a:pPr marL="38100">
              <a:lnSpc>
                <a:spcPct val="100000"/>
              </a:lnSpc>
              <a:spcBef>
                <a:spcPts val="105"/>
              </a:spcBef>
            </a:pPr>
            <a:fld id="{81D60167-4931-47E6-BA6A-407CBD079E47}" type="slidenum">
              <a:rPr spc="-20" dirty="0">
                <a:solidFill>
                  <a:srgbClr val="FFFFFF"/>
                </a:solidFill>
              </a:rPr>
              <a:t>‹N›</a:t>
            </a:fld>
            <a:r>
              <a:rPr spc="-20">
                <a:solidFill>
                  <a:srgbClr val="FFFFFF"/>
                </a:solidFill>
              </a:rPr>
              <a:t>/27</a:t>
            </a: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72" r:id="rId12"/>
    <p:sldLayoutId id="2147483673" r:id="rId13"/>
    <p:sldLayoutId id="2147483674" r:id="rId14"/>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hyperlink" Target="https://blog.csdn.net/FrontAI/article/details/160418907"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0.xml"/><Relationship Id="rId5" Type="http://schemas.openxmlformats.org/officeDocument/2006/relationships/comments" Target="../comments/comment1.xml"/><Relationship Id="rId4" Type="http://schemas.openxmlformats.org/officeDocument/2006/relationships/chart" Target="../charts/chart2.xml"/></Relationships>
</file>

<file path=ppt/slides/_rels/slide18.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61149" y="641165"/>
            <a:ext cx="3096260" cy="419923"/>
          </a:xfrm>
          <a:prstGeom prst="rect">
            <a:avLst/>
          </a:prstGeom>
        </p:spPr>
        <p:txBody>
          <a:bodyPr vert="horz" wrap="square" lIns="0" tIns="57785" rIns="0" bIns="0" rtlCol="0" anchor="t">
            <a:spAutoFit/>
          </a:bodyPr>
          <a:lstStyle/>
          <a:p>
            <a:pPr marL="12700" marR="5080">
              <a:lnSpc>
                <a:spcPts val="1350"/>
              </a:lnSpc>
              <a:spcBef>
                <a:spcPts val="455"/>
              </a:spcBef>
            </a:pPr>
            <a:r>
              <a:rPr spc="-10" dirty="0"/>
              <a:t>Multi-</a:t>
            </a:r>
            <a:r>
              <a:rPr dirty="0"/>
              <a:t>Agent</a:t>
            </a:r>
            <a:r>
              <a:rPr spc="65" dirty="0"/>
              <a:t> </a:t>
            </a:r>
            <a:r>
              <a:rPr lang="it-IT" dirty="0" err="1"/>
              <a:t>Decision</a:t>
            </a:r>
            <a:r>
              <a:rPr lang="it-IT" dirty="0"/>
              <a:t> Support System for Space Mission Operations</a:t>
            </a:r>
            <a:endParaRPr lang="en-US" spc="15" dirty="0">
              <a:ea typeface="Calibri"/>
            </a:endParaRPr>
          </a:p>
        </p:txBody>
      </p:sp>
      <p:sp>
        <p:nvSpPr>
          <p:cNvPr id="3" name="object 3"/>
          <p:cNvSpPr txBox="1"/>
          <p:nvPr/>
        </p:nvSpPr>
        <p:spPr>
          <a:xfrm>
            <a:off x="361149" y="1376632"/>
            <a:ext cx="1551305" cy="515782"/>
          </a:xfrm>
          <a:prstGeom prst="rect">
            <a:avLst/>
          </a:prstGeom>
        </p:spPr>
        <p:txBody>
          <a:bodyPr vert="horz" wrap="square" lIns="0" tIns="6350" rIns="0" bIns="0" rtlCol="0" anchor="t">
            <a:spAutoFit/>
          </a:bodyPr>
          <a:lstStyle/>
          <a:p>
            <a:pPr marL="12700" marR="5080">
              <a:lnSpc>
                <a:spcPct val="130100"/>
              </a:lnSpc>
              <a:spcBef>
                <a:spcPts val="50"/>
              </a:spcBef>
            </a:pPr>
            <a:r>
              <a:rPr sz="900" spc="-10" dirty="0">
                <a:solidFill>
                  <a:srgbClr val="812433"/>
                </a:solidFill>
                <a:latin typeface="Calibri"/>
                <a:cs typeface="Calibri"/>
              </a:rPr>
              <a:t>Master’s</a:t>
            </a:r>
            <a:r>
              <a:rPr sz="900" spc="-15" dirty="0">
                <a:solidFill>
                  <a:srgbClr val="812433"/>
                </a:solidFill>
                <a:latin typeface="Calibri"/>
                <a:cs typeface="Calibri"/>
              </a:rPr>
              <a:t> </a:t>
            </a:r>
            <a:r>
              <a:rPr sz="900" dirty="0">
                <a:solidFill>
                  <a:srgbClr val="812433"/>
                </a:solidFill>
                <a:latin typeface="Calibri"/>
                <a:cs typeface="Calibri"/>
              </a:rPr>
              <a:t>Degree</a:t>
            </a:r>
            <a:r>
              <a:rPr sz="900" spc="-20" dirty="0">
                <a:solidFill>
                  <a:srgbClr val="812433"/>
                </a:solidFill>
                <a:latin typeface="Calibri"/>
                <a:cs typeface="Calibri"/>
              </a:rPr>
              <a:t> </a:t>
            </a:r>
            <a:r>
              <a:rPr sz="900" dirty="0">
                <a:solidFill>
                  <a:srgbClr val="812433"/>
                </a:solidFill>
                <a:latin typeface="Calibri"/>
                <a:cs typeface="Calibri"/>
              </a:rPr>
              <a:t>in</a:t>
            </a:r>
            <a:r>
              <a:rPr sz="900" spc="-15" dirty="0">
                <a:solidFill>
                  <a:srgbClr val="812433"/>
                </a:solidFill>
                <a:latin typeface="Calibri"/>
                <a:cs typeface="Calibri"/>
              </a:rPr>
              <a:t> </a:t>
            </a:r>
            <a:r>
              <a:rPr lang="it-IT" sz="900" spc="-10" dirty="0">
                <a:solidFill>
                  <a:srgbClr val="812433"/>
                </a:solidFill>
                <a:latin typeface="Calibri"/>
                <a:cs typeface="Calibri"/>
              </a:rPr>
              <a:t>AI &amp; </a:t>
            </a:r>
            <a:r>
              <a:rPr lang="it-IT" sz="900" spc="-10" dirty="0" err="1">
                <a:solidFill>
                  <a:srgbClr val="812433"/>
                </a:solidFill>
                <a:latin typeface="Calibri"/>
                <a:cs typeface="Calibri"/>
              </a:rPr>
              <a:t>Robotics</a:t>
            </a:r>
            <a:r>
              <a:rPr sz="900" spc="500" dirty="0">
                <a:solidFill>
                  <a:srgbClr val="812433"/>
                </a:solidFill>
                <a:latin typeface="Calibri"/>
                <a:cs typeface="Calibri"/>
              </a:rPr>
              <a:t> </a:t>
            </a:r>
            <a:r>
              <a:rPr lang="it-IT" sz="800" b="1" dirty="0">
                <a:latin typeface="Calibri"/>
                <a:cs typeface="Calibri"/>
              </a:rPr>
              <a:t>Antonio Lissa Lattanzio </a:t>
            </a:r>
            <a:r>
              <a:rPr sz="800" spc="-10" dirty="0">
                <a:latin typeface="Calibri"/>
                <a:cs typeface="Calibri"/>
              </a:rPr>
              <a:t>(215</a:t>
            </a:r>
            <a:r>
              <a:rPr lang="it-IT" sz="800" spc="-10" dirty="0">
                <a:latin typeface="Calibri"/>
                <a:cs typeface="Calibri"/>
              </a:rPr>
              <a:t>4208</a:t>
            </a:r>
            <a:r>
              <a:rPr sz="800" spc="-10" dirty="0">
                <a:latin typeface="Calibri"/>
                <a:cs typeface="Calibri"/>
              </a:rPr>
              <a:t>)</a:t>
            </a:r>
            <a:endParaRPr sz="800" dirty="0">
              <a:latin typeface="Calibri"/>
              <a:cs typeface="Calibri"/>
            </a:endParaRPr>
          </a:p>
          <a:p>
            <a:pPr marL="12700">
              <a:lnSpc>
                <a:spcPct val="100000"/>
              </a:lnSpc>
              <a:spcBef>
                <a:spcPts val="595"/>
              </a:spcBef>
            </a:pPr>
            <a:r>
              <a:rPr sz="600" dirty="0">
                <a:latin typeface="Calibri"/>
                <a:cs typeface="Calibri"/>
              </a:rPr>
              <a:t>Academic</a:t>
            </a:r>
            <a:r>
              <a:rPr sz="600" spc="-20" dirty="0">
                <a:latin typeface="Calibri"/>
                <a:cs typeface="Calibri"/>
              </a:rPr>
              <a:t> </a:t>
            </a:r>
            <a:r>
              <a:rPr sz="600" spc="-10" dirty="0">
                <a:latin typeface="Calibri"/>
                <a:cs typeface="Calibri"/>
              </a:rPr>
              <a:t>Year</a:t>
            </a:r>
            <a:r>
              <a:rPr sz="600" spc="-15" dirty="0">
                <a:latin typeface="Calibri"/>
                <a:cs typeface="Calibri"/>
              </a:rPr>
              <a:t> </a:t>
            </a:r>
            <a:r>
              <a:rPr sz="600" spc="-10" dirty="0">
                <a:latin typeface="Calibri"/>
                <a:cs typeface="Calibri"/>
              </a:rPr>
              <a:t>202</a:t>
            </a:r>
            <a:r>
              <a:rPr lang="it-IT" sz="600" spc="-10" dirty="0">
                <a:latin typeface="Calibri"/>
                <a:cs typeface="Calibri"/>
              </a:rPr>
              <a:t>5</a:t>
            </a:r>
            <a:r>
              <a:rPr sz="600" spc="-10" dirty="0">
                <a:latin typeface="Calibri"/>
                <a:cs typeface="Calibri"/>
              </a:rPr>
              <a:t>/202</a:t>
            </a:r>
            <a:r>
              <a:rPr lang="it-IT" sz="600" spc="-10" dirty="0">
                <a:latin typeface="Calibri"/>
                <a:cs typeface="Calibri"/>
              </a:rPr>
              <a:t>6</a:t>
            </a:r>
            <a:endParaRPr sz="600" dirty="0">
              <a:latin typeface="Calibri"/>
              <a:cs typeface="Calibri"/>
            </a:endParaRPr>
          </a:p>
        </p:txBody>
      </p:sp>
      <p:sp>
        <p:nvSpPr>
          <p:cNvPr id="4" name="TextBox 3">
            <a:extLst>
              <a:ext uri="{FF2B5EF4-FFF2-40B4-BE49-F238E27FC236}">
                <a16:creationId xmlns:a16="http://schemas.microsoft.com/office/drawing/2014/main" id="{CA7B287B-7242-39E5-4FBC-6D822E97A784}"/>
              </a:ext>
            </a:extLst>
          </p:cNvPr>
          <p:cNvSpPr txBox="1"/>
          <p:nvPr/>
        </p:nvSpPr>
        <p:spPr>
          <a:xfrm>
            <a:off x="225940" y="2679485"/>
            <a:ext cx="1591992"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600" b="1" dirty="0"/>
              <a:t>Advisor</a:t>
            </a:r>
            <a:r>
              <a:rPr lang="en-US" sz="600" dirty="0"/>
              <a:t> </a:t>
            </a:r>
          </a:p>
          <a:p>
            <a:r>
              <a:rPr lang="en-US" sz="600" dirty="0"/>
              <a:t>Prof. Danilo </a:t>
            </a:r>
            <a:r>
              <a:rPr lang="en-US" sz="600" dirty="0" err="1"/>
              <a:t>Comminiello</a:t>
            </a:r>
            <a:endParaRPr lang="en-US" sz="600" dirty="0">
              <a:solidFill>
                <a:srgbClr val="000000"/>
              </a:solidFill>
            </a:endParaRPr>
          </a:p>
        </p:txBody>
      </p:sp>
      <p:sp>
        <p:nvSpPr>
          <p:cNvPr id="5" name="TextBox 4">
            <a:extLst>
              <a:ext uri="{FF2B5EF4-FFF2-40B4-BE49-F238E27FC236}">
                <a16:creationId xmlns:a16="http://schemas.microsoft.com/office/drawing/2014/main" id="{6E0C9956-11E6-C3CD-2301-BD9071AC965F}"/>
              </a:ext>
            </a:extLst>
          </p:cNvPr>
          <p:cNvSpPr txBox="1"/>
          <p:nvPr/>
        </p:nvSpPr>
        <p:spPr>
          <a:xfrm>
            <a:off x="1706038" y="2679542"/>
            <a:ext cx="1357848"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600" b="1" dirty="0"/>
              <a:t>Co-Advisor</a:t>
            </a:r>
            <a:endParaRPr lang="en-US" sz="600" b="1" dirty="0">
              <a:solidFill>
                <a:srgbClr val="000000"/>
              </a:solidFill>
            </a:endParaRPr>
          </a:p>
          <a:p>
            <a:r>
              <a:rPr lang="en-US" sz="600" dirty="0"/>
              <a:t>Daniele </a:t>
            </a:r>
            <a:r>
              <a:rPr lang="en-US" sz="600" dirty="0" err="1"/>
              <a:t>Baldassini</a:t>
            </a:r>
            <a:endParaRPr lang="en-US" sz="600" dirty="0">
              <a:solidFill>
                <a:srgbClr val="000000"/>
              </a:solidFill>
            </a:endParaRPr>
          </a:p>
        </p:txBody>
      </p:sp>
      <p:pic>
        <p:nvPicPr>
          <p:cNvPr id="7" name="Immagine 6">
            <a:extLst>
              <a:ext uri="{FF2B5EF4-FFF2-40B4-BE49-F238E27FC236}">
                <a16:creationId xmlns:a16="http://schemas.microsoft.com/office/drawing/2014/main" id="{6A88D24B-1374-44BC-BCD4-84EC2AF0D4DF}"/>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729" t="36380" r="7653" b="43546"/>
          <a:stretch/>
        </p:blipFill>
        <p:spPr>
          <a:xfrm>
            <a:off x="361149" y="192660"/>
            <a:ext cx="1274985" cy="313593"/>
          </a:xfrm>
          <a:prstGeom prst="rect">
            <a:avLst/>
          </a:prstGeom>
        </p:spPr>
      </p:pic>
    </p:spTree>
  </p:cSld>
  <p:clrMapOvr>
    <a:masterClrMapping/>
  </p:clrMapOvr>
  <p:transition>
    <p:cut/>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9531172-F094-0E42-2F93-64AA2DC8F070}"/>
              </a:ext>
            </a:extLst>
          </p:cNvPr>
          <p:cNvGrpSpPr/>
          <p:nvPr/>
        </p:nvGrpSpPr>
        <p:grpSpPr>
          <a:xfrm>
            <a:off x="660207" y="1248423"/>
            <a:ext cx="4170592" cy="1303011"/>
            <a:chOff x="1683152" y="2210302"/>
            <a:chExt cx="8818873" cy="2755265"/>
          </a:xfrm>
        </p:grpSpPr>
        <p:sp>
          <p:nvSpPr>
            <p:cNvPr id="3" name="Shape">
              <a:extLst>
                <a:ext uri="{FF2B5EF4-FFF2-40B4-BE49-F238E27FC236}">
                  <a16:creationId xmlns:a16="http://schemas.microsoft.com/office/drawing/2014/main" id="{0A626A05-316A-3D03-628A-219F80079ABC}"/>
                </a:ext>
              </a:extLst>
            </p:cNvPr>
            <p:cNvSpPr/>
            <p:nvPr/>
          </p:nvSpPr>
          <p:spPr>
            <a:xfrm>
              <a:off x="2492478" y="2210302"/>
              <a:ext cx="1597106" cy="2755265"/>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accent2">
                <a:lumMod val="75000"/>
              </a:schemeClr>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4" name="Shape">
              <a:extLst>
                <a:ext uri="{FF2B5EF4-FFF2-40B4-BE49-F238E27FC236}">
                  <a16:creationId xmlns:a16="http://schemas.microsoft.com/office/drawing/2014/main" id="{EEFACBA1-2303-B3F1-6EC3-9EFEA7FE5BFA}"/>
                </a:ext>
              </a:extLst>
            </p:cNvPr>
            <p:cNvSpPr/>
            <p:nvPr/>
          </p:nvSpPr>
          <p:spPr>
            <a:xfrm>
              <a:off x="1744883" y="2210302"/>
              <a:ext cx="1218165" cy="2755265"/>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 name="Shape">
              <a:extLst>
                <a:ext uri="{FF2B5EF4-FFF2-40B4-BE49-F238E27FC236}">
                  <a16:creationId xmlns:a16="http://schemas.microsoft.com/office/drawing/2014/main" id="{0FD2F78D-3711-CACD-6456-48E84ECC27B3}"/>
                </a:ext>
              </a:extLst>
            </p:cNvPr>
            <p:cNvSpPr/>
            <p:nvPr/>
          </p:nvSpPr>
          <p:spPr>
            <a:xfrm>
              <a:off x="4385565" y="2210302"/>
              <a:ext cx="1597108" cy="2755265"/>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accent4">
                <a:lumMod val="75000"/>
              </a:schemeClr>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 name="Shape">
              <a:extLst>
                <a:ext uri="{FF2B5EF4-FFF2-40B4-BE49-F238E27FC236}">
                  <a16:creationId xmlns:a16="http://schemas.microsoft.com/office/drawing/2014/main" id="{67357D14-84F5-B9D9-55B5-8A0EA59EF06D}"/>
                </a:ext>
              </a:extLst>
            </p:cNvPr>
            <p:cNvSpPr/>
            <p:nvPr/>
          </p:nvSpPr>
          <p:spPr>
            <a:xfrm>
              <a:off x="3624216" y="2210302"/>
              <a:ext cx="1218165" cy="2755265"/>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4"/>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 name="Shape">
              <a:extLst>
                <a:ext uri="{FF2B5EF4-FFF2-40B4-BE49-F238E27FC236}">
                  <a16:creationId xmlns:a16="http://schemas.microsoft.com/office/drawing/2014/main" id="{386A9F83-B52A-11A7-83E9-A8466509C4EA}"/>
                </a:ext>
              </a:extLst>
            </p:cNvPr>
            <p:cNvSpPr/>
            <p:nvPr/>
          </p:nvSpPr>
          <p:spPr>
            <a:xfrm>
              <a:off x="6258074" y="2210302"/>
              <a:ext cx="1597108" cy="2755265"/>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accent5">
                <a:lumMod val="75000"/>
              </a:schemeClr>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8" name="Shape">
              <a:extLst>
                <a:ext uri="{FF2B5EF4-FFF2-40B4-BE49-F238E27FC236}">
                  <a16:creationId xmlns:a16="http://schemas.microsoft.com/office/drawing/2014/main" id="{F36A582B-7F1E-9CEC-2D07-3D8E2FA9F203}"/>
                </a:ext>
              </a:extLst>
            </p:cNvPr>
            <p:cNvSpPr/>
            <p:nvPr/>
          </p:nvSpPr>
          <p:spPr>
            <a:xfrm>
              <a:off x="5511011" y="2210302"/>
              <a:ext cx="1218165" cy="2755265"/>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5"/>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9" name="Shape">
              <a:extLst>
                <a:ext uri="{FF2B5EF4-FFF2-40B4-BE49-F238E27FC236}">
                  <a16:creationId xmlns:a16="http://schemas.microsoft.com/office/drawing/2014/main" id="{1F696A37-63DF-EF18-0EDD-989700FE75BC}"/>
                </a:ext>
              </a:extLst>
            </p:cNvPr>
            <p:cNvSpPr/>
            <p:nvPr/>
          </p:nvSpPr>
          <p:spPr>
            <a:xfrm>
              <a:off x="8130583" y="2210302"/>
              <a:ext cx="1597108" cy="2755265"/>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accent3">
                <a:lumMod val="75000"/>
              </a:schemeClr>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 name="Shape">
              <a:extLst>
                <a:ext uri="{FF2B5EF4-FFF2-40B4-BE49-F238E27FC236}">
                  <a16:creationId xmlns:a16="http://schemas.microsoft.com/office/drawing/2014/main" id="{FFB164F3-679E-C00C-76AD-2BB42314CA30}"/>
                </a:ext>
              </a:extLst>
            </p:cNvPr>
            <p:cNvSpPr/>
            <p:nvPr/>
          </p:nvSpPr>
          <p:spPr>
            <a:xfrm>
              <a:off x="7389812" y="2210302"/>
              <a:ext cx="1218165" cy="2755265"/>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3"/>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 name="Shape">
              <a:extLst>
                <a:ext uri="{FF2B5EF4-FFF2-40B4-BE49-F238E27FC236}">
                  <a16:creationId xmlns:a16="http://schemas.microsoft.com/office/drawing/2014/main" id="{CA3413CC-9427-DD1F-9D3B-7DAFDFCB3FCC}"/>
                </a:ext>
              </a:extLst>
            </p:cNvPr>
            <p:cNvSpPr/>
            <p:nvPr/>
          </p:nvSpPr>
          <p:spPr>
            <a:xfrm>
              <a:off x="9257559" y="2210302"/>
              <a:ext cx="1218165" cy="2755265"/>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6"/>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2" name="Freeform: Shape 11">
              <a:extLst>
                <a:ext uri="{FF2B5EF4-FFF2-40B4-BE49-F238E27FC236}">
                  <a16:creationId xmlns:a16="http://schemas.microsoft.com/office/drawing/2014/main" id="{85C80983-4E71-D0E9-0239-F61A10C5E5FA}"/>
                </a:ext>
              </a:extLst>
            </p:cNvPr>
            <p:cNvSpPr/>
            <p:nvPr/>
          </p:nvSpPr>
          <p:spPr>
            <a:xfrm>
              <a:off x="1884441" y="4104152"/>
              <a:ext cx="757637" cy="830553"/>
            </a:xfrm>
            <a:custGeom>
              <a:avLst/>
              <a:gdLst>
                <a:gd name="connsiteX0" fmla="*/ 180180 w 757637"/>
                <a:gd name="connsiteY0" fmla="*/ 0 h 1942712"/>
                <a:gd name="connsiteX1" fmla="*/ 757637 w 757637"/>
                <a:gd name="connsiteY1" fmla="*/ 1199209 h 1942712"/>
                <a:gd name="connsiteX2" fmla="*/ 695845 w 757637"/>
                <a:gd name="connsiteY2" fmla="*/ 1580566 h 1942712"/>
                <a:gd name="connsiteX3" fmla="*/ 470905 w 757637"/>
                <a:gd name="connsiteY3" fmla="*/ 1908890 h 1942712"/>
                <a:gd name="connsiteX4" fmla="*/ 399938 w 757637"/>
                <a:gd name="connsiteY4" fmla="*/ 1942712 h 1942712"/>
                <a:gd name="connsiteX5" fmla="*/ 0 w 757637"/>
                <a:gd name="connsiteY5" fmla="*/ 1112159 h 1942712"/>
                <a:gd name="connsiteX0" fmla="*/ 0 w 757637"/>
                <a:gd name="connsiteY0" fmla="*/ 0 h 830553"/>
                <a:gd name="connsiteX1" fmla="*/ 757637 w 757637"/>
                <a:gd name="connsiteY1" fmla="*/ 87050 h 830553"/>
                <a:gd name="connsiteX2" fmla="*/ 695845 w 757637"/>
                <a:gd name="connsiteY2" fmla="*/ 468407 h 830553"/>
                <a:gd name="connsiteX3" fmla="*/ 470905 w 757637"/>
                <a:gd name="connsiteY3" fmla="*/ 796731 h 830553"/>
                <a:gd name="connsiteX4" fmla="*/ 399938 w 757637"/>
                <a:gd name="connsiteY4" fmla="*/ 830553 h 830553"/>
                <a:gd name="connsiteX5" fmla="*/ 0 w 757637"/>
                <a:gd name="connsiteY5" fmla="*/ 0 h 830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553">
                  <a:moveTo>
                    <a:pt x="0" y="0"/>
                  </a:moveTo>
                  <a:lnTo>
                    <a:pt x="757637" y="87050"/>
                  </a:lnTo>
                  <a:lnTo>
                    <a:pt x="695845" y="468407"/>
                  </a:lnTo>
                  <a:cubicBezTo>
                    <a:pt x="672722" y="609838"/>
                    <a:pt x="587696" y="727999"/>
                    <a:pt x="470905" y="796731"/>
                  </a:cubicBezTo>
                  <a:lnTo>
                    <a:pt x="399938" y="830553"/>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3" name="Freeform: Shape 12">
              <a:extLst>
                <a:ext uri="{FF2B5EF4-FFF2-40B4-BE49-F238E27FC236}">
                  <a16:creationId xmlns:a16="http://schemas.microsoft.com/office/drawing/2014/main" id="{87E184C9-1C35-CBE9-01E2-C86A64440F1D}"/>
                </a:ext>
              </a:extLst>
            </p:cNvPr>
            <p:cNvSpPr/>
            <p:nvPr/>
          </p:nvSpPr>
          <p:spPr>
            <a:xfrm>
              <a:off x="3765736" y="4092046"/>
              <a:ext cx="757637" cy="839640"/>
            </a:xfrm>
            <a:custGeom>
              <a:avLst/>
              <a:gdLst>
                <a:gd name="connsiteX0" fmla="*/ 180179 w 757637"/>
                <a:gd name="connsiteY0" fmla="*/ 0 h 1951799"/>
                <a:gd name="connsiteX1" fmla="*/ 757637 w 757637"/>
                <a:gd name="connsiteY1" fmla="*/ 1199210 h 1951799"/>
                <a:gd name="connsiteX2" fmla="*/ 693883 w 757637"/>
                <a:gd name="connsiteY2" fmla="*/ 1592673 h 1951799"/>
                <a:gd name="connsiteX3" fmla="*/ 468943 w 757637"/>
                <a:gd name="connsiteY3" fmla="*/ 1920997 h 1951799"/>
                <a:gd name="connsiteX4" fmla="*/ 404313 w 757637"/>
                <a:gd name="connsiteY4" fmla="*/ 1951799 h 1951799"/>
                <a:gd name="connsiteX5" fmla="*/ 0 w 757637"/>
                <a:gd name="connsiteY5" fmla="*/ 1112159 h 1951799"/>
                <a:gd name="connsiteX0" fmla="*/ 0 w 757637"/>
                <a:gd name="connsiteY0" fmla="*/ 0 h 839640"/>
                <a:gd name="connsiteX1" fmla="*/ 757637 w 757637"/>
                <a:gd name="connsiteY1" fmla="*/ 87051 h 839640"/>
                <a:gd name="connsiteX2" fmla="*/ 693883 w 757637"/>
                <a:gd name="connsiteY2" fmla="*/ 480514 h 839640"/>
                <a:gd name="connsiteX3" fmla="*/ 468943 w 757637"/>
                <a:gd name="connsiteY3" fmla="*/ 808838 h 839640"/>
                <a:gd name="connsiteX4" fmla="*/ 404313 w 757637"/>
                <a:gd name="connsiteY4" fmla="*/ 839640 h 839640"/>
                <a:gd name="connsiteX5" fmla="*/ 0 w 757637"/>
                <a:gd name="connsiteY5" fmla="*/ 0 h 8396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9640">
                  <a:moveTo>
                    <a:pt x="0" y="0"/>
                  </a:moveTo>
                  <a:lnTo>
                    <a:pt x="757637" y="87051"/>
                  </a:lnTo>
                  <a:lnTo>
                    <a:pt x="693883" y="480514"/>
                  </a:lnTo>
                  <a:cubicBezTo>
                    <a:pt x="670760" y="621945"/>
                    <a:pt x="585734" y="740106"/>
                    <a:pt x="468943" y="808838"/>
                  </a:cubicBezTo>
                  <a:lnTo>
                    <a:pt x="404313" y="839640"/>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4" name="Freeform: Shape 13">
              <a:extLst>
                <a:ext uri="{FF2B5EF4-FFF2-40B4-BE49-F238E27FC236}">
                  <a16:creationId xmlns:a16="http://schemas.microsoft.com/office/drawing/2014/main" id="{82BEC7CF-FF2B-0E74-7825-39E317D9484C}"/>
                </a:ext>
              </a:extLst>
            </p:cNvPr>
            <p:cNvSpPr/>
            <p:nvPr/>
          </p:nvSpPr>
          <p:spPr>
            <a:xfrm>
              <a:off x="5650896" y="4102138"/>
              <a:ext cx="757637" cy="832066"/>
            </a:xfrm>
            <a:custGeom>
              <a:avLst/>
              <a:gdLst>
                <a:gd name="connsiteX0" fmla="*/ 180180 w 757637"/>
                <a:gd name="connsiteY0" fmla="*/ 0 h 1944225"/>
                <a:gd name="connsiteX1" fmla="*/ 757637 w 757637"/>
                <a:gd name="connsiteY1" fmla="*/ 1199210 h 1944225"/>
                <a:gd name="connsiteX2" fmla="*/ 695518 w 757637"/>
                <a:gd name="connsiteY2" fmla="*/ 1582581 h 1944225"/>
                <a:gd name="connsiteX3" fmla="*/ 470578 w 757637"/>
                <a:gd name="connsiteY3" fmla="*/ 1910905 h 1944225"/>
                <a:gd name="connsiteX4" fmla="*/ 400666 w 757637"/>
                <a:gd name="connsiteY4" fmla="*/ 1944225 h 1944225"/>
                <a:gd name="connsiteX5" fmla="*/ 0 w 757637"/>
                <a:gd name="connsiteY5" fmla="*/ 1112159 h 1944225"/>
                <a:gd name="connsiteX0" fmla="*/ 0 w 757637"/>
                <a:gd name="connsiteY0" fmla="*/ 0 h 832066"/>
                <a:gd name="connsiteX1" fmla="*/ 757637 w 757637"/>
                <a:gd name="connsiteY1" fmla="*/ 87051 h 832066"/>
                <a:gd name="connsiteX2" fmla="*/ 695518 w 757637"/>
                <a:gd name="connsiteY2" fmla="*/ 470422 h 832066"/>
                <a:gd name="connsiteX3" fmla="*/ 470578 w 757637"/>
                <a:gd name="connsiteY3" fmla="*/ 798746 h 832066"/>
                <a:gd name="connsiteX4" fmla="*/ 400666 w 757637"/>
                <a:gd name="connsiteY4" fmla="*/ 832066 h 832066"/>
                <a:gd name="connsiteX5" fmla="*/ 0 w 757637"/>
                <a:gd name="connsiteY5" fmla="*/ 0 h 832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2066">
                  <a:moveTo>
                    <a:pt x="0" y="0"/>
                  </a:moveTo>
                  <a:lnTo>
                    <a:pt x="757637" y="87051"/>
                  </a:lnTo>
                  <a:lnTo>
                    <a:pt x="695518" y="470422"/>
                  </a:lnTo>
                  <a:cubicBezTo>
                    <a:pt x="672395" y="611853"/>
                    <a:pt x="587369" y="730014"/>
                    <a:pt x="470578" y="798746"/>
                  </a:cubicBezTo>
                  <a:lnTo>
                    <a:pt x="400666" y="832066"/>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5" name="Freeform: Shape 14">
              <a:extLst>
                <a:ext uri="{FF2B5EF4-FFF2-40B4-BE49-F238E27FC236}">
                  <a16:creationId xmlns:a16="http://schemas.microsoft.com/office/drawing/2014/main" id="{45087047-6811-DECA-445A-971696D4826B}"/>
                </a:ext>
              </a:extLst>
            </p:cNvPr>
            <p:cNvSpPr/>
            <p:nvPr/>
          </p:nvSpPr>
          <p:spPr>
            <a:xfrm>
              <a:off x="7529448" y="4103675"/>
              <a:ext cx="757637" cy="830912"/>
            </a:xfrm>
            <a:custGeom>
              <a:avLst/>
              <a:gdLst>
                <a:gd name="connsiteX0" fmla="*/ 180180 w 757637"/>
                <a:gd name="connsiteY0" fmla="*/ 0 h 1943071"/>
                <a:gd name="connsiteX1" fmla="*/ 757637 w 757637"/>
                <a:gd name="connsiteY1" fmla="*/ 1199209 h 1943071"/>
                <a:gd name="connsiteX2" fmla="*/ 695767 w 757637"/>
                <a:gd name="connsiteY2" fmla="*/ 1581044 h 1943071"/>
                <a:gd name="connsiteX3" fmla="*/ 470827 w 757637"/>
                <a:gd name="connsiteY3" fmla="*/ 1909368 h 1943071"/>
                <a:gd name="connsiteX4" fmla="*/ 400110 w 757637"/>
                <a:gd name="connsiteY4" fmla="*/ 1943071 h 1943071"/>
                <a:gd name="connsiteX5" fmla="*/ 0 w 757637"/>
                <a:gd name="connsiteY5" fmla="*/ 1112159 h 1943071"/>
                <a:gd name="connsiteX0" fmla="*/ 0 w 757637"/>
                <a:gd name="connsiteY0" fmla="*/ 0 h 830912"/>
                <a:gd name="connsiteX1" fmla="*/ 757637 w 757637"/>
                <a:gd name="connsiteY1" fmla="*/ 87050 h 830912"/>
                <a:gd name="connsiteX2" fmla="*/ 695767 w 757637"/>
                <a:gd name="connsiteY2" fmla="*/ 468885 h 830912"/>
                <a:gd name="connsiteX3" fmla="*/ 470827 w 757637"/>
                <a:gd name="connsiteY3" fmla="*/ 797209 h 830912"/>
                <a:gd name="connsiteX4" fmla="*/ 400110 w 757637"/>
                <a:gd name="connsiteY4" fmla="*/ 830912 h 830912"/>
                <a:gd name="connsiteX5" fmla="*/ 0 w 757637"/>
                <a:gd name="connsiteY5" fmla="*/ 0 h 830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912">
                  <a:moveTo>
                    <a:pt x="0" y="0"/>
                  </a:moveTo>
                  <a:lnTo>
                    <a:pt x="757637" y="87050"/>
                  </a:lnTo>
                  <a:lnTo>
                    <a:pt x="695767" y="468885"/>
                  </a:lnTo>
                  <a:cubicBezTo>
                    <a:pt x="672644" y="610316"/>
                    <a:pt x="587618" y="728477"/>
                    <a:pt x="470827" y="797209"/>
                  </a:cubicBezTo>
                  <a:lnTo>
                    <a:pt x="400110" y="830912"/>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6" name="Freeform: Shape 15">
              <a:extLst>
                <a:ext uri="{FF2B5EF4-FFF2-40B4-BE49-F238E27FC236}">
                  <a16:creationId xmlns:a16="http://schemas.microsoft.com/office/drawing/2014/main" id="{4D88A354-C177-BBCE-C86B-F9C351E899EF}"/>
                </a:ext>
              </a:extLst>
            </p:cNvPr>
            <p:cNvSpPr/>
            <p:nvPr/>
          </p:nvSpPr>
          <p:spPr>
            <a:xfrm>
              <a:off x="9398384" y="4096334"/>
              <a:ext cx="757637" cy="836421"/>
            </a:xfrm>
            <a:custGeom>
              <a:avLst/>
              <a:gdLst>
                <a:gd name="connsiteX0" fmla="*/ 180180 w 757637"/>
                <a:gd name="connsiteY0" fmla="*/ 0 h 1948581"/>
                <a:gd name="connsiteX1" fmla="*/ 757637 w 757637"/>
                <a:gd name="connsiteY1" fmla="*/ 1199210 h 1948581"/>
                <a:gd name="connsiteX2" fmla="*/ 694578 w 757637"/>
                <a:gd name="connsiteY2" fmla="*/ 1588385 h 1948581"/>
                <a:gd name="connsiteX3" fmla="*/ 469638 w 757637"/>
                <a:gd name="connsiteY3" fmla="*/ 1916709 h 1948581"/>
                <a:gd name="connsiteX4" fmla="*/ 402763 w 757637"/>
                <a:gd name="connsiteY4" fmla="*/ 1948581 h 1948581"/>
                <a:gd name="connsiteX5" fmla="*/ 0 w 757637"/>
                <a:gd name="connsiteY5" fmla="*/ 1112160 h 1948581"/>
                <a:gd name="connsiteX0" fmla="*/ 0 w 757637"/>
                <a:gd name="connsiteY0" fmla="*/ 0 h 836421"/>
                <a:gd name="connsiteX1" fmla="*/ 757637 w 757637"/>
                <a:gd name="connsiteY1" fmla="*/ 87050 h 836421"/>
                <a:gd name="connsiteX2" fmla="*/ 694578 w 757637"/>
                <a:gd name="connsiteY2" fmla="*/ 476225 h 836421"/>
                <a:gd name="connsiteX3" fmla="*/ 469638 w 757637"/>
                <a:gd name="connsiteY3" fmla="*/ 804549 h 836421"/>
                <a:gd name="connsiteX4" fmla="*/ 402763 w 757637"/>
                <a:gd name="connsiteY4" fmla="*/ 836421 h 836421"/>
                <a:gd name="connsiteX5" fmla="*/ 0 w 757637"/>
                <a:gd name="connsiteY5" fmla="*/ 0 h 836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6421">
                  <a:moveTo>
                    <a:pt x="0" y="0"/>
                  </a:moveTo>
                  <a:lnTo>
                    <a:pt x="757637" y="87050"/>
                  </a:lnTo>
                  <a:lnTo>
                    <a:pt x="694578" y="476225"/>
                  </a:lnTo>
                  <a:cubicBezTo>
                    <a:pt x="671455" y="617656"/>
                    <a:pt x="586429" y="735817"/>
                    <a:pt x="469638" y="804549"/>
                  </a:cubicBezTo>
                  <a:lnTo>
                    <a:pt x="402763" y="836421"/>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7" name="Shape">
              <a:extLst>
                <a:ext uri="{FF2B5EF4-FFF2-40B4-BE49-F238E27FC236}">
                  <a16:creationId xmlns:a16="http://schemas.microsoft.com/office/drawing/2014/main" id="{DB845F88-8E4F-B121-E499-5633C00D111F}"/>
                </a:ext>
              </a:extLst>
            </p:cNvPr>
            <p:cNvSpPr/>
            <p:nvPr/>
          </p:nvSpPr>
          <p:spPr>
            <a:xfrm>
              <a:off x="1683152" y="2992229"/>
              <a:ext cx="1301437" cy="1345131"/>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8" name="Shape">
              <a:extLst>
                <a:ext uri="{FF2B5EF4-FFF2-40B4-BE49-F238E27FC236}">
                  <a16:creationId xmlns:a16="http://schemas.microsoft.com/office/drawing/2014/main" id="{626FDCEF-B3C1-7087-DFFD-433A6A8A5289}"/>
                </a:ext>
              </a:extLst>
            </p:cNvPr>
            <p:cNvSpPr/>
            <p:nvPr/>
          </p:nvSpPr>
          <p:spPr>
            <a:xfrm>
              <a:off x="1786037" y="3095116"/>
              <a:ext cx="1109926" cy="1145533"/>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9" name="Shape">
              <a:extLst>
                <a:ext uri="{FF2B5EF4-FFF2-40B4-BE49-F238E27FC236}">
                  <a16:creationId xmlns:a16="http://schemas.microsoft.com/office/drawing/2014/main" id="{FF0C8A74-CB68-0765-B7B4-2003E1969042}"/>
                </a:ext>
              </a:extLst>
            </p:cNvPr>
            <p:cNvSpPr/>
            <p:nvPr/>
          </p:nvSpPr>
          <p:spPr>
            <a:xfrm>
              <a:off x="3583061" y="2992229"/>
              <a:ext cx="1301437" cy="1345131"/>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4"/>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0" name="Shape">
              <a:extLst>
                <a:ext uri="{FF2B5EF4-FFF2-40B4-BE49-F238E27FC236}">
                  <a16:creationId xmlns:a16="http://schemas.microsoft.com/office/drawing/2014/main" id="{5F2B16CA-A5C6-DD0F-D2C7-603FA3163F04}"/>
                </a:ext>
              </a:extLst>
            </p:cNvPr>
            <p:cNvSpPr/>
            <p:nvPr/>
          </p:nvSpPr>
          <p:spPr>
            <a:xfrm>
              <a:off x="3665370" y="3095116"/>
              <a:ext cx="1109921" cy="1145533"/>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1" name="Shape">
              <a:extLst>
                <a:ext uri="{FF2B5EF4-FFF2-40B4-BE49-F238E27FC236}">
                  <a16:creationId xmlns:a16="http://schemas.microsoft.com/office/drawing/2014/main" id="{ED968B0C-8020-388F-DC3A-81C58552686F}"/>
                </a:ext>
              </a:extLst>
            </p:cNvPr>
            <p:cNvSpPr/>
            <p:nvPr/>
          </p:nvSpPr>
          <p:spPr>
            <a:xfrm>
              <a:off x="5455571" y="2992229"/>
              <a:ext cx="1301435" cy="1345131"/>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5"/>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2" name="Shape">
              <a:extLst>
                <a:ext uri="{FF2B5EF4-FFF2-40B4-BE49-F238E27FC236}">
                  <a16:creationId xmlns:a16="http://schemas.microsoft.com/office/drawing/2014/main" id="{74D199CC-CFA9-9861-FD41-F7766FC245FB}"/>
                </a:ext>
              </a:extLst>
            </p:cNvPr>
            <p:cNvSpPr/>
            <p:nvPr/>
          </p:nvSpPr>
          <p:spPr>
            <a:xfrm>
              <a:off x="5537880" y="3095116"/>
              <a:ext cx="1109921" cy="1145533"/>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3" name="Shape">
              <a:extLst>
                <a:ext uri="{FF2B5EF4-FFF2-40B4-BE49-F238E27FC236}">
                  <a16:creationId xmlns:a16="http://schemas.microsoft.com/office/drawing/2014/main" id="{558296EA-E9C0-3893-9F39-B3EDCE1A85F2}"/>
                </a:ext>
              </a:extLst>
            </p:cNvPr>
            <p:cNvSpPr/>
            <p:nvPr/>
          </p:nvSpPr>
          <p:spPr>
            <a:xfrm>
              <a:off x="7328081" y="2992229"/>
              <a:ext cx="1301435" cy="1345131"/>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3"/>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4" name="Shape">
              <a:extLst>
                <a:ext uri="{FF2B5EF4-FFF2-40B4-BE49-F238E27FC236}">
                  <a16:creationId xmlns:a16="http://schemas.microsoft.com/office/drawing/2014/main" id="{6B33D7EF-A9B8-C1FA-5D06-3630E097B8F6}"/>
                </a:ext>
              </a:extLst>
            </p:cNvPr>
            <p:cNvSpPr/>
            <p:nvPr/>
          </p:nvSpPr>
          <p:spPr>
            <a:xfrm>
              <a:off x="7430966" y="3095116"/>
              <a:ext cx="1109921" cy="1145533"/>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5" name="Shape">
              <a:extLst>
                <a:ext uri="{FF2B5EF4-FFF2-40B4-BE49-F238E27FC236}">
                  <a16:creationId xmlns:a16="http://schemas.microsoft.com/office/drawing/2014/main" id="{A447F9FC-9FEA-A105-47D0-9C74099CFD7C}"/>
                </a:ext>
              </a:extLst>
            </p:cNvPr>
            <p:cNvSpPr/>
            <p:nvPr/>
          </p:nvSpPr>
          <p:spPr>
            <a:xfrm>
              <a:off x="9200590" y="2992229"/>
              <a:ext cx="1301435" cy="1345131"/>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6"/>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6" name="Shape">
              <a:extLst>
                <a:ext uri="{FF2B5EF4-FFF2-40B4-BE49-F238E27FC236}">
                  <a16:creationId xmlns:a16="http://schemas.microsoft.com/office/drawing/2014/main" id="{BAB6186A-89C1-03C4-3682-EBCFFC630FA8}"/>
                </a:ext>
              </a:extLst>
            </p:cNvPr>
            <p:cNvSpPr/>
            <p:nvPr/>
          </p:nvSpPr>
          <p:spPr>
            <a:xfrm>
              <a:off x="3192099" y="3486079"/>
              <a:ext cx="234256" cy="314248"/>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7" name="Shape">
              <a:extLst>
                <a:ext uri="{FF2B5EF4-FFF2-40B4-BE49-F238E27FC236}">
                  <a16:creationId xmlns:a16="http://schemas.microsoft.com/office/drawing/2014/main" id="{7164A9A6-AADC-E1C0-447C-2B37F122309C}"/>
                </a:ext>
              </a:extLst>
            </p:cNvPr>
            <p:cNvSpPr/>
            <p:nvPr/>
          </p:nvSpPr>
          <p:spPr>
            <a:xfrm>
              <a:off x="5064608" y="3486079"/>
              <a:ext cx="234257" cy="314248"/>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424" y="-679"/>
                    <a:pt x="-573" y="654"/>
                    <a:pt x="153" y="1988"/>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8" name="Shape">
              <a:extLst>
                <a:ext uri="{FF2B5EF4-FFF2-40B4-BE49-F238E27FC236}">
                  <a16:creationId xmlns:a16="http://schemas.microsoft.com/office/drawing/2014/main" id="{5EFA6E09-0ED6-DA54-AD13-F88842DDFCE6}"/>
                </a:ext>
              </a:extLst>
            </p:cNvPr>
            <p:cNvSpPr/>
            <p:nvPr/>
          </p:nvSpPr>
          <p:spPr>
            <a:xfrm>
              <a:off x="6937117" y="3486079"/>
              <a:ext cx="234256" cy="314248"/>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29" name="Shape">
              <a:extLst>
                <a:ext uri="{FF2B5EF4-FFF2-40B4-BE49-F238E27FC236}">
                  <a16:creationId xmlns:a16="http://schemas.microsoft.com/office/drawing/2014/main" id="{E0822CC8-F5A2-F232-4A01-802281BE2E38}"/>
                </a:ext>
              </a:extLst>
            </p:cNvPr>
            <p:cNvSpPr/>
            <p:nvPr/>
          </p:nvSpPr>
          <p:spPr>
            <a:xfrm>
              <a:off x="8809626" y="3486079"/>
              <a:ext cx="234256" cy="314248"/>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grpSp>
      <p:sp>
        <p:nvSpPr>
          <p:cNvPr id="30" name="TextBox 29">
            <a:extLst>
              <a:ext uri="{FF2B5EF4-FFF2-40B4-BE49-F238E27FC236}">
                <a16:creationId xmlns:a16="http://schemas.microsoft.com/office/drawing/2014/main" id="{C6513D7C-D60D-A759-F385-71585EA38056}"/>
              </a:ext>
            </a:extLst>
          </p:cNvPr>
          <p:cNvSpPr txBox="1"/>
          <p:nvPr/>
        </p:nvSpPr>
        <p:spPr>
          <a:xfrm>
            <a:off x="789990" y="1795910"/>
            <a:ext cx="369613" cy="276999"/>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01</a:t>
            </a:r>
          </a:p>
        </p:txBody>
      </p:sp>
      <p:sp>
        <p:nvSpPr>
          <p:cNvPr id="31" name="TextBox 30">
            <a:extLst>
              <a:ext uri="{FF2B5EF4-FFF2-40B4-BE49-F238E27FC236}">
                <a16:creationId xmlns:a16="http://schemas.microsoft.com/office/drawing/2014/main" id="{61ACD215-A8D4-492F-00AD-BABAAA6A35BA}"/>
              </a:ext>
            </a:extLst>
          </p:cNvPr>
          <p:cNvSpPr txBox="1"/>
          <p:nvPr/>
        </p:nvSpPr>
        <p:spPr>
          <a:xfrm>
            <a:off x="1720269" y="1323879"/>
            <a:ext cx="487650" cy="237886"/>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endParaRPr lang="en-US" sz="946" b="1">
              <a:solidFill>
                <a:schemeClr val="tx1">
                  <a:lumMod val="85000"/>
                  <a:lumOff val="15000"/>
                </a:schemeClr>
              </a:solidFill>
            </a:endParaRPr>
          </a:p>
        </p:txBody>
      </p:sp>
      <p:sp>
        <p:nvSpPr>
          <p:cNvPr id="32" name="TextBox 31">
            <a:extLst>
              <a:ext uri="{FF2B5EF4-FFF2-40B4-BE49-F238E27FC236}">
                <a16:creationId xmlns:a16="http://schemas.microsoft.com/office/drawing/2014/main" id="{95852DC9-4098-E355-8F85-74BFAABA76EF}"/>
              </a:ext>
            </a:extLst>
          </p:cNvPr>
          <p:cNvSpPr txBox="1"/>
          <p:nvPr/>
        </p:nvSpPr>
        <p:spPr>
          <a:xfrm>
            <a:off x="2576516" y="1785961"/>
            <a:ext cx="337975" cy="261610"/>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03</a:t>
            </a:r>
          </a:p>
        </p:txBody>
      </p:sp>
      <p:sp>
        <p:nvSpPr>
          <p:cNvPr id="33" name="TextBox 32">
            <a:extLst>
              <a:ext uri="{FF2B5EF4-FFF2-40B4-BE49-F238E27FC236}">
                <a16:creationId xmlns:a16="http://schemas.microsoft.com/office/drawing/2014/main" id="{D23DB38D-17D7-E499-93E4-85F2CE2D3336}"/>
              </a:ext>
            </a:extLst>
          </p:cNvPr>
          <p:cNvSpPr txBox="1"/>
          <p:nvPr/>
        </p:nvSpPr>
        <p:spPr>
          <a:xfrm>
            <a:off x="4463847" y="1325076"/>
            <a:ext cx="370656" cy="237886"/>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endParaRPr lang="en-US" sz="946" b="1">
              <a:solidFill>
                <a:schemeClr val="tx1">
                  <a:lumMod val="85000"/>
                  <a:lumOff val="15000"/>
                </a:schemeClr>
              </a:solidFill>
            </a:endParaRPr>
          </a:p>
        </p:txBody>
      </p:sp>
      <p:grpSp>
        <p:nvGrpSpPr>
          <p:cNvPr id="34" name="Group 33">
            <a:extLst>
              <a:ext uri="{FF2B5EF4-FFF2-40B4-BE49-F238E27FC236}">
                <a16:creationId xmlns:a16="http://schemas.microsoft.com/office/drawing/2014/main" id="{5331E06A-BED7-749B-F2C4-B211A4825A85}"/>
              </a:ext>
            </a:extLst>
          </p:cNvPr>
          <p:cNvGrpSpPr/>
          <p:nvPr/>
        </p:nvGrpSpPr>
        <p:grpSpPr>
          <a:xfrm>
            <a:off x="245275" y="2643365"/>
            <a:ext cx="1089430" cy="400403"/>
            <a:chOff x="332933" y="2620027"/>
            <a:chExt cx="2926083" cy="846667"/>
          </a:xfrm>
        </p:grpSpPr>
        <p:sp>
          <p:nvSpPr>
            <p:cNvPr id="35" name="TextBox 34">
              <a:extLst>
                <a:ext uri="{FF2B5EF4-FFF2-40B4-BE49-F238E27FC236}">
                  <a16:creationId xmlns:a16="http://schemas.microsoft.com/office/drawing/2014/main" id="{0AF60371-0B5D-D2E5-3640-3117396A3F97}"/>
                </a:ext>
              </a:extLst>
            </p:cNvPr>
            <p:cNvSpPr txBox="1"/>
            <p:nvPr/>
          </p:nvSpPr>
          <p:spPr>
            <a:xfrm>
              <a:off x="332933" y="2620027"/>
              <a:ext cx="2926080" cy="564573"/>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noProof="1"/>
                <a:t>Operative Context</a:t>
              </a:r>
            </a:p>
          </p:txBody>
        </p:sp>
        <p:sp>
          <p:nvSpPr>
            <p:cNvPr id="36" name="TextBox 35">
              <a:extLst>
                <a:ext uri="{FF2B5EF4-FFF2-40B4-BE49-F238E27FC236}">
                  <a16:creationId xmlns:a16="http://schemas.microsoft.com/office/drawing/2014/main" id="{0768B416-7E8F-1A2B-6E54-5576C5549B58}"/>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37" name="TextBox 36">
            <a:extLst>
              <a:ext uri="{FF2B5EF4-FFF2-40B4-BE49-F238E27FC236}">
                <a16:creationId xmlns:a16="http://schemas.microsoft.com/office/drawing/2014/main" id="{0D1EB1DE-A344-48F5-AA52-053BAD085BF3}"/>
              </a:ext>
            </a:extLst>
          </p:cNvPr>
          <p:cNvSpPr txBox="1"/>
          <p:nvPr/>
        </p:nvSpPr>
        <p:spPr>
          <a:xfrm>
            <a:off x="2254621" y="2684594"/>
            <a:ext cx="1448954" cy="22576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dirty="0">
                <a:solidFill>
                  <a:srgbClr val="3B3535"/>
                </a:solidFill>
                <a:ea typeface="Sora Semi Bold" pitchFamily="34" charset="-122"/>
                <a:cs typeface="Sora Semi Bold" pitchFamily="34" charset="-120"/>
              </a:rPr>
              <a:t>Proposed System</a:t>
            </a:r>
          </a:p>
        </p:txBody>
      </p:sp>
      <p:sp>
        <p:nvSpPr>
          <p:cNvPr id="39" name="TextBox 38">
            <a:extLst>
              <a:ext uri="{FF2B5EF4-FFF2-40B4-BE49-F238E27FC236}">
                <a16:creationId xmlns:a16="http://schemas.microsoft.com/office/drawing/2014/main" id="{187DA2CC-0034-16D2-6AC9-26A85AC90BDA}"/>
              </a:ext>
            </a:extLst>
          </p:cNvPr>
          <p:cNvSpPr txBox="1"/>
          <p:nvPr/>
        </p:nvSpPr>
        <p:spPr>
          <a:xfrm>
            <a:off x="4245974" y="2588081"/>
            <a:ext cx="1089429" cy="482248"/>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dirty="0">
                <a:solidFill>
                  <a:srgbClr val="3B3535"/>
                </a:solidFill>
                <a:ea typeface="Sora Semi Bold" pitchFamily="34" charset="-122"/>
                <a:cs typeface="Sora Semi Bold" pitchFamily="34" charset="-120"/>
              </a:rPr>
              <a:t>Conclusions, Limitations and Future Work</a:t>
            </a:r>
            <a:endParaRPr lang="en-US" sz="1100" dirty="0"/>
          </a:p>
        </p:txBody>
      </p:sp>
      <p:grpSp>
        <p:nvGrpSpPr>
          <p:cNvPr id="41" name="Group 40">
            <a:extLst>
              <a:ext uri="{FF2B5EF4-FFF2-40B4-BE49-F238E27FC236}">
                <a16:creationId xmlns:a16="http://schemas.microsoft.com/office/drawing/2014/main" id="{DEE8C409-B6E1-7F00-E057-2D50153214C5}"/>
              </a:ext>
            </a:extLst>
          </p:cNvPr>
          <p:cNvGrpSpPr/>
          <p:nvPr/>
        </p:nvGrpSpPr>
        <p:grpSpPr>
          <a:xfrm>
            <a:off x="1482835" y="722003"/>
            <a:ext cx="1376480" cy="640848"/>
            <a:chOff x="332936" y="2111597"/>
            <a:chExt cx="3697066" cy="1355097"/>
          </a:xfrm>
        </p:grpSpPr>
        <p:sp>
          <p:nvSpPr>
            <p:cNvPr id="42" name="TextBox 41">
              <a:extLst>
                <a:ext uri="{FF2B5EF4-FFF2-40B4-BE49-F238E27FC236}">
                  <a16:creationId xmlns:a16="http://schemas.microsoft.com/office/drawing/2014/main" id="{F16E3BA6-2315-B6BD-844B-3E46EB2A698A}"/>
                </a:ext>
              </a:extLst>
            </p:cNvPr>
            <p:cNvSpPr txBox="1"/>
            <p:nvPr/>
          </p:nvSpPr>
          <p:spPr>
            <a:xfrm>
              <a:off x="457679" y="2111597"/>
              <a:ext cx="3572323" cy="91112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r>
                <a:rPr lang="en-US" sz="1100" dirty="0">
                  <a:latin typeface="+mj-lt"/>
                  <a:ea typeface="Calibri"/>
                  <a:cs typeface="Calibri"/>
                </a:rPr>
                <a:t>Foundation and Existing Approaches</a:t>
              </a:r>
              <a:endParaRPr lang="en-US" sz="1100" dirty="0">
                <a:latin typeface="+mj-lt"/>
              </a:endParaRPr>
            </a:p>
          </p:txBody>
        </p:sp>
        <p:sp>
          <p:nvSpPr>
            <p:cNvPr id="43" name="TextBox 42">
              <a:extLst>
                <a:ext uri="{FF2B5EF4-FFF2-40B4-BE49-F238E27FC236}">
                  <a16:creationId xmlns:a16="http://schemas.microsoft.com/office/drawing/2014/main" id="{15A5A5F8-3CB2-1D26-6E82-1B6C30EF3B5D}"/>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44" name="TextBox 43">
            <a:extLst>
              <a:ext uri="{FF2B5EF4-FFF2-40B4-BE49-F238E27FC236}">
                <a16:creationId xmlns:a16="http://schemas.microsoft.com/office/drawing/2014/main" id="{E70EDB18-CB83-88DC-6B14-9FF034087B96}"/>
              </a:ext>
            </a:extLst>
          </p:cNvPr>
          <p:cNvSpPr txBox="1"/>
          <p:nvPr/>
        </p:nvSpPr>
        <p:spPr>
          <a:xfrm>
            <a:off x="3438475" y="1803604"/>
            <a:ext cx="362694" cy="261610"/>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solidFill>
                  <a:schemeClr val="tx1">
                    <a:lumMod val="85000"/>
                    <a:lumOff val="15000"/>
                  </a:schemeClr>
                </a:solidFill>
              </a:rPr>
              <a:t>04</a:t>
            </a:r>
          </a:p>
        </p:txBody>
      </p:sp>
      <p:sp>
        <p:nvSpPr>
          <p:cNvPr id="45" name="Shape">
            <a:extLst>
              <a:ext uri="{FF2B5EF4-FFF2-40B4-BE49-F238E27FC236}">
                <a16:creationId xmlns:a16="http://schemas.microsoft.com/office/drawing/2014/main" id="{D39CF3D5-EB2D-5E50-7563-A8E6E4434738}"/>
              </a:ext>
            </a:extLst>
          </p:cNvPr>
          <p:cNvSpPr/>
          <p:nvPr/>
        </p:nvSpPr>
        <p:spPr>
          <a:xfrm>
            <a:off x="4256159" y="1673443"/>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05</a:t>
            </a:r>
          </a:p>
        </p:txBody>
      </p:sp>
      <p:sp>
        <p:nvSpPr>
          <p:cNvPr id="46" name="TextBox 45">
            <a:extLst>
              <a:ext uri="{FF2B5EF4-FFF2-40B4-BE49-F238E27FC236}">
                <a16:creationId xmlns:a16="http://schemas.microsoft.com/office/drawing/2014/main" id="{9234A480-39B0-42BB-CFE4-B29EDE0F1622}"/>
              </a:ext>
            </a:extLst>
          </p:cNvPr>
          <p:cNvSpPr txBox="1"/>
          <p:nvPr/>
        </p:nvSpPr>
        <p:spPr>
          <a:xfrm>
            <a:off x="1687762" y="1811299"/>
            <a:ext cx="337975" cy="261610"/>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02</a:t>
            </a:r>
          </a:p>
        </p:txBody>
      </p:sp>
      <p:sp>
        <p:nvSpPr>
          <p:cNvPr id="47" name="TextBox 46">
            <a:extLst>
              <a:ext uri="{FF2B5EF4-FFF2-40B4-BE49-F238E27FC236}">
                <a16:creationId xmlns:a16="http://schemas.microsoft.com/office/drawing/2014/main" id="{3E1D4EA8-96A7-7C0E-1C77-AF14F10D009E}"/>
              </a:ext>
            </a:extLst>
          </p:cNvPr>
          <p:cNvSpPr txBox="1"/>
          <p:nvPr/>
        </p:nvSpPr>
        <p:spPr>
          <a:xfrm>
            <a:off x="3351778" y="896614"/>
            <a:ext cx="1490370" cy="225767"/>
          </a:xfrm>
          <a:prstGeom prst="rect">
            <a:avLst/>
          </a:prstGeom>
          <a:noFill/>
        </p:spPr>
        <p:txBody>
          <a:bodyPr wrap="square">
            <a:spAutoFit/>
          </a:bodyPr>
          <a:lstStyle/>
          <a:p>
            <a:pPr>
              <a:lnSpc>
                <a:spcPts val="1044"/>
              </a:lnSpc>
            </a:pPr>
            <a:r>
              <a:rPr lang="en-US" sz="1100" dirty="0">
                <a:solidFill>
                  <a:srgbClr val="3B3535"/>
                </a:solidFill>
                <a:latin typeface="+mn-lt"/>
                <a:ea typeface="Sora Semi Bold" pitchFamily="34" charset="-122"/>
                <a:cs typeface="Sora Semi Bold" pitchFamily="34" charset="-120"/>
              </a:rPr>
              <a:t>System Evaluation</a:t>
            </a:r>
            <a:endParaRPr lang="en-US" sz="1100" dirty="0">
              <a:latin typeface="+mn-lt"/>
            </a:endParaRPr>
          </a:p>
        </p:txBody>
      </p:sp>
      <p:sp>
        <p:nvSpPr>
          <p:cNvPr id="49" name="TextBox 48">
            <a:extLst>
              <a:ext uri="{FF2B5EF4-FFF2-40B4-BE49-F238E27FC236}">
                <a16:creationId xmlns:a16="http://schemas.microsoft.com/office/drawing/2014/main" id="{7A91A24B-0C39-65F5-7979-E9B90F08C6D6}"/>
              </a:ext>
            </a:extLst>
          </p:cNvPr>
          <p:cNvSpPr txBox="1"/>
          <p:nvPr/>
        </p:nvSpPr>
        <p:spPr>
          <a:xfrm>
            <a:off x="869002" y="114827"/>
            <a:ext cx="2882900" cy="307777"/>
          </a:xfrm>
          <a:prstGeom prst="rect">
            <a:avLst/>
          </a:prstGeom>
          <a:noFill/>
        </p:spPr>
        <p:txBody>
          <a:bodyPr wrap="square">
            <a:spAutoFit/>
          </a:bodyPr>
          <a:lstStyle/>
          <a:p>
            <a:r>
              <a:rPr lang="en-US" sz="1400" b="1" dirty="0">
                <a:solidFill>
                  <a:srgbClr val="953735"/>
                </a:solidFill>
                <a:latin typeface="Calibri"/>
                <a:ea typeface="Calibri"/>
                <a:cs typeface="Calibri"/>
              </a:rPr>
              <a:t>Presentation Outline</a:t>
            </a:r>
            <a:endParaRPr lang="en-US" sz="1400" dirty="0"/>
          </a:p>
        </p:txBody>
      </p:sp>
    </p:spTree>
    <p:extLst>
      <p:ext uri="{BB962C8B-B14F-4D97-AF65-F5344CB8AC3E}">
        <p14:creationId xmlns:p14="http://schemas.microsoft.com/office/powerpoint/2010/main" val="28590056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A6D54FDD-7F6F-CA73-489C-569D69D3F4D3}"/>
              </a:ext>
            </a:extLst>
          </p:cNvPr>
          <p:cNvSpPr/>
          <p:nvPr/>
        </p:nvSpPr>
        <p:spPr>
          <a:xfrm>
            <a:off x="1013267" y="270137"/>
            <a:ext cx="4204012" cy="253943"/>
          </a:xfrm>
          <a:prstGeom prst="rect">
            <a:avLst/>
          </a:prstGeom>
          <a:noFill/>
          <a:ln/>
        </p:spPr>
        <p:txBody>
          <a:bodyPr wrap="non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1990"/>
              </a:lnSpc>
              <a:buNone/>
            </a:pPr>
            <a:r>
              <a:rPr lang="en-US" sz="1400" b="1" dirty="0">
                <a:solidFill>
                  <a:schemeClr val="accent2">
                    <a:lumMod val="76000"/>
                  </a:schemeClr>
                </a:solidFill>
                <a:ea typeface="Tomorrow Semi Bold" pitchFamily="34" charset="-122"/>
                <a:cs typeface="Tomorrow Semi Bold" pitchFamily="34" charset="-120"/>
              </a:rPr>
              <a:t>Ground Segment Organization</a:t>
            </a:r>
            <a:endParaRPr lang="en-US" sz="1400" b="1" dirty="0">
              <a:solidFill>
                <a:schemeClr val="accent2">
                  <a:lumMod val="76000"/>
                </a:schemeClr>
              </a:solidFill>
            </a:endParaRPr>
          </a:p>
        </p:txBody>
      </p:sp>
      <p:sp>
        <p:nvSpPr>
          <p:cNvPr id="2" name="CasellaDiTesto 1">
            <a:extLst>
              <a:ext uri="{FF2B5EF4-FFF2-40B4-BE49-F238E27FC236}">
                <a16:creationId xmlns:a16="http://schemas.microsoft.com/office/drawing/2014/main" id="{29B7B780-6653-4596-BD16-31F25D642964}"/>
              </a:ext>
            </a:extLst>
          </p:cNvPr>
          <p:cNvSpPr txBox="1"/>
          <p:nvPr/>
        </p:nvSpPr>
        <p:spPr>
          <a:xfrm>
            <a:off x="165142" y="755374"/>
            <a:ext cx="4115229" cy="938719"/>
          </a:xfrm>
          <a:prstGeom prst="rect">
            <a:avLst/>
          </a:prstGeom>
          <a:noFill/>
        </p:spPr>
        <p:txBody>
          <a:bodyPr wrap="none" rtlCol="0">
            <a:spAutoFit/>
          </a:bodyPr>
          <a:lstStyle/>
          <a:p>
            <a:pPr marL="285750" indent="-285750">
              <a:spcAft>
                <a:spcPts val="300"/>
              </a:spcAft>
              <a:buFont typeface="Arial" panose="020B0604020202020204" pitchFamily="34" charset="0"/>
              <a:buChar char="•"/>
            </a:pPr>
            <a:r>
              <a:rPr lang="it-IT" sz="900" b="1" dirty="0">
                <a:latin typeface="+mn-lt"/>
              </a:rPr>
              <a:t>Satellite Control Center: </a:t>
            </a:r>
            <a:r>
              <a:rPr lang="it-IT" sz="900" dirty="0" err="1">
                <a:latin typeface="+mn-lt"/>
              </a:rPr>
              <a:t>spacecraft</a:t>
            </a:r>
            <a:r>
              <a:rPr lang="it-IT" sz="900" dirty="0">
                <a:latin typeface="+mn-lt"/>
              </a:rPr>
              <a:t> monitoring and </a:t>
            </a:r>
            <a:r>
              <a:rPr lang="it-IT" sz="900" dirty="0" err="1">
                <a:latin typeface="+mn-lt"/>
              </a:rPr>
              <a:t>command</a:t>
            </a:r>
            <a:r>
              <a:rPr lang="it-IT" sz="900" dirty="0">
                <a:latin typeface="+mn-lt"/>
              </a:rPr>
              <a:t> </a:t>
            </a:r>
            <a:r>
              <a:rPr lang="it-IT" sz="900" dirty="0" err="1">
                <a:latin typeface="+mn-lt"/>
              </a:rPr>
              <a:t>execution</a:t>
            </a:r>
            <a:r>
              <a:rPr lang="it-IT" sz="900" dirty="0">
                <a:latin typeface="+mn-lt"/>
              </a:rPr>
              <a:t>.</a:t>
            </a:r>
          </a:p>
          <a:p>
            <a:pPr marL="285750" indent="-285750">
              <a:spcAft>
                <a:spcPts val="300"/>
              </a:spcAft>
              <a:buFont typeface="Arial" panose="020B0604020202020204" pitchFamily="34" charset="0"/>
              <a:buChar char="•"/>
            </a:pPr>
            <a:r>
              <a:rPr lang="it-IT" sz="900" b="1" dirty="0">
                <a:latin typeface="+mn-lt"/>
              </a:rPr>
              <a:t>Mission Planning Center: </a:t>
            </a:r>
            <a:r>
              <a:rPr lang="it-IT" sz="900" dirty="0">
                <a:latin typeface="+mn-lt"/>
              </a:rPr>
              <a:t>planning of </a:t>
            </a:r>
            <a:r>
              <a:rPr lang="it-IT" sz="900" dirty="0" err="1">
                <a:latin typeface="+mn-lt"/>
              </a:rPr>
              <a:t>operational</a:t>
            </a:r>
            <a:r>
              <a:rPr lang="it-IT" sz="900" dirty="0">
                <a:latin typeface="+mn-lt"/>
              </a:rPr>
              <a:t> activities and mission tasks.</a:t>
            </a:r>
          </a:p>
          <a:p>
            <a:pPr marL="285750" indent="-285750">
              <a:spcAft>
                <a:spcPts val="300"/>
              </a:spcAft>
              <a:buFont typeface="Arial" panose="020B0604020202020204" pitchFamily="34" charset="0"/>
              <a:buChar char="•"/>
            </a:pPr>
            <a:r>
              <a:rPr lang="it-IT" sz="900" b="1" dirty="0">
                <a:latin typeface="+mn-lt"/>
              </a:rPr>
              <a:t>TT&amp;C: </a:t>
            </a:r>
            <a:r>
              <a:rPr lang="it-IT" sz="900" dirty="0" err="1">
                <a:latin typeface="+mn-lt"/>
              </a:rPr>
              <a:t>telemetry</a:t>
            </a:r>
            <a:r>
              <a:rPr lang="it-IT" sz="900" dirty="0">
                <a:latin typeface="+mn-lt"/>
              </a:rPr>
              <a:t> </a:t>
            </a:r>
            <a:r>
              <a:rPr lang="it-IT" sz="900" dirty="0" err="1">
                <a:latin typeface="+mn-lt"/>
              </a:rPr>
              <a:t>acquisition</a:t>
            </a:r>
            <a:r>
              <a:rPr lang="it-IT" sz="900" dirty="0">
                <a:latin typeface="+mn-lt"/>
              </a:rPr>
              <a:t>, </a:t>
            </a:r>
            <a:r>
              <a:rPr lang="it-IT" sz="900" dirty="0" err="1">
                <a:latin typeface="+mn-lt"/>
              </a:rPr>
              <a:t>spacecraft</a:t>
            </a:r>
            <a:r>
              <a:rPr lang="it-IT" sz="900" dirty="0">
                <a:latin typeface="+mn-lt"/>
              </a:rPr>
              <a:t> tracking and </a:t>
            </a:r>
            <a:r>
              <a:rPr lang="it-IT" sz="900" dirty="0" err="1">
                <a:latin typeface="+mn-lt"/>
              </a:rPr>
              <a:t>command</a:t>
            </a:r>
            <a:r>
              <a:rPr lang="it-IT" sz="900" dirty="0">
                <a:latin typeface="+mn-lt"/>
              </a:rPr>
              <a:t> uplink</a:t>
            </a:r>
          </a:p>
          <a:p>
            <a:pPr marL="285750" indent="-285750">
              <a:spcAft>
                <a:spcPts val="300"/>
              </a:spcAft>
              <a:buFont typeface="Arial" panose="020B0604020202020204" pitchFamily="34" charset="0"/>
              <a:buChar char="•"/>
            </a:pPr>
            <a:r>
              <a:rPr lang="it-IT" sz="900" b="1" dirty="0">
                <a:latin typeface="+mn-lt"/>
              </a:rPr>
              <a:t>Flight Dynamics: </a:t>
            </a:r>
            <a:r>
              <a:rPr lang="it-IT" sz="900" dirty="0" err="1">
                <a:latin typeface="+mn-lt"/>
              </a:rPr>
              <a:t>orbit</a:t>
            </a:r>
            <a:r>
              <a:rPr lang="it-IT" sz="900" dirty="0">
                <a:latin typeface="+mn-lt"/>
              </a:rPr>
              <a:t> </a:t>
            </a:r>
            <a:r>
              <a:rPr lang="it-IT" sz="900" dirty="0" err="1">
                <a:latin typeface="+mn-lt"/>
              </a:rPr>
              <a:t>determination</a:t>
            </a:r>
            <a:r>
              <a:rPr lang="it-IT" sz="900" dirty="0">
                <a:latin typeface="+mn-lt"/>
              </a:rPr>
              <a:t>, </a:t>
            </a:r>
            <a:r>
              <a:rPr lang="it-IT" sz="900" dirty="0" err="1">
                <a:latin typeface="+mn-lt"/>
              </a:rPr>
              <a:t>maneuver</a:t>
            </a:r>
            <a:r>
              <a:rPr lang="it-IT" sz="900" dirty="0">
                <a:latin typeface="+mn-lt"/>
              </a:rPr>
              <a:t> planning and </a:t>
            </a:r>
            <a:r>
              <a:rPr lang="it-IT" sz="900" dirty="0" err="1">
                <a:latin typeface="+mn-lt"/>
              </a:rPr>
              <a:t>analysis</a:t>
            </a:r>
            <a:r>
              <a:rPr lang="it-IT" sz="900" dirty="0">
                <a:latin typeface="+mn-lt"/>
              </a:rPr>
              <a:t>.</a:t>
            </a:r>
          </a:p>
          <a:p>
            <a:pPr marL="285750" indent="-285750">
              <a:spcAft>
                <a:spcPts val="300"/>
              </a:spcAft>
              <a:buFont typeface="Arial" panose="020B0604020202020204" pitchFamily="34" charset="0"/>
              <a:buChar char="•"/>
            </a:pPr>
            <a:r>
              <a:rPr lang="it-IT" sz="900" dirty="0">
                <a:latin typeface="+mn-lt"/>
              </a:rPr>
              <a:t>...</a:t>
            </a:r>
          </a:p>
        </p:txBody>
      </p:sp>
      <p:sp>
        <p:nvSpPr>
          <p:cNvPr id="4" name="CasellaDiTesto 3">
            <a:extLst>
              <a:ext uri="{FF2B5EF4-FFF2-40B4-BE49-F238E27FC236}">
                <a16:creationId xmlns:a16="http://schemas.microsoft.com/office/drawing/2014/main" id="{4535B321-102B-4295-A8A6-8ADC654285E3}"/>
              </a:ext>
            </a:extLst>
          </p:cNvPr>
          <p:cNvSpPr txBox="1"/>
          <p:nvPr/>
        </p:nvSpPr>
        <p:spPr>
          <a:xfrm>
            <a:off x="382392" y="1763405"/>
            <a:ext cx="2865632" cy="507831"/>
          </a:xfrm>
          <a:prstGeom prst="rect">
            <a:avLst/>
          </a:prstGeom>
          <a:noFill/>
        </p:spPr>
        <p:txBody>
          <a:bodyPr wrap="square" rtlCol="0">
            <a:spAutoFit/>
          </a:bodyPr>
          <a:lstStyle/>
          <a:p>
            <a:r>
              <a:rPr lang="it-IT" sz="900" dirty="0" err="1">
                <a:latin typeface="+mn-lt"/>
              </a:rPr>
              <a:t>Although</a:t>
            </a:r>
            <a:r>
              <a:rPr lang="it-IT" sz="900" dirty="0">
                <a:latin typeface="+mn-lt"/>
              </a:rPr>
              <a:t> </a:t>
            </a:r>
            <a:r>
              <a:rPr lang="it-IT" sz="900" dirty="0" err="1">
                <a:latin typeface="+mn-lt"/>
              </a:rPr>
              <a:t>each</a:t>
            </a:r>
            <a:r>
              <a:rPr lang="it-IT" sz="900" dirty="0">
                <a:latin typeface="+mn-lt"/>
              </a:rPr>
              <a:t> system </a:t>
            </a:r>
            <a:r>
              <a:rPr lang="it-IT" sz="900" dirty="0" err="1">
                <a:latin typeface="+mn-lt"/>
              </a:rPr>
              <a:t>performs</a:t>
            </a:r>
            <a:r>
              <a:rPr lang="it-IT" sz="900" dirty="0">
                <a:latin typeface="+mn-lt"/>
              </a:rPr>
              <a:t> a </a:t>
            </a:r>
            <a:r>
              <a:rPr lang="it-IT" sz="900" dirty="0" err="1">
                <a:latin typeface="+mn-lt"/>
              </a:rPr>
              <a:t>well-defined</a:t>
            </a:r>
            <a:r>
              <a:rPr lang="it-IT" sz="900" dirty="0">
                <a:latin typeface="+mn-lt"/>
              </a:rPr>
              <a:t> </a:t>
            </a:r>
            <a:r>
              <a:rPr lang="it-IT" sz="900" dirty="0" err="1">
                <a:latin typeface="+mn-lt"/>
              </a:rPr>
              <a:t>function</a:t>
            </a:r>
            <a:r>
              <a:rPr lang="it-IT" sz="900" dirty="0">
                <a:latin typeface="+mn-lt"/>
              </a:rPr>
              <a:t>, mission </a:t>
            </a:r>
            <a:r>
              <a:rPr lang="it-IT" sz="900" dirty="0" err="1">
                <a:latin typeface="+mn-lt"/>
              </a:rPr>
              <a:t>operations</a:t>
            </a:r>
            <a:r>
              <a:rPr lang="it-IT" sz="900" dirty="0">
                <a:latin typeface="+mn-lt"/>
              </a:rPr>
              <a:t> emerge from </a:t>
            </a:r>
            <a:r>
              <a:rPr lang="it-IT" sz="900" dirty="0" err="1">
                <a:latin typeface="+mn-lt"/>
              </a:rPr>
              <a:t>their</a:t>
            </a:r>
            <a:r>
              <a:rPr lang="it-IT" sz="900" dirty="0">
                <a:latin typeface="+mn-lt"/>
              </a:rPr>
              <a:t> </a:t>
            </a:r>
            <a:r>
              <a:rPr lang="it-IT" sz="900" b="1" dirty="0" err="1">
                <a:latin typeface="+mn-lt"/>
              </a:rPr>
              <a:t>continuous</a:t>
            </a:r>
            <a:r>
              <a:rPr lang="it-IT" sz="900" b="1" dirty="0">
                <a:latin typeface="+mn-lt"/>
              </a:rPr>
              <a:t> interaction</a:t>
            </a:r>
            <a:r>
              <a:rPr lang="it-IT" sz="900" dirty="0">
                <a:latin typeface="+mn-lt"/>
              </a:rPr>
              <a:t>.</a:t>
            </a:r>
          </a:p>
        </p:txBody>
      </p:sp>
      <p:pic>
        <p:nvPicPr>
          <p:cNvPr id="8" name="Immagine 7">
            <a:extLst>
              <a:ext uri="{FF2B5EF4-FFF2-40B4-BE49-F238E27FC236}">
                <a16:creationId xmlns:a16="http://schemas.microsoft.com/office/drawing/2014/main" id="{257A9754-A8CA-41F2-BAF0-6361EB16FC1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81023" y="1566044"/>
            <a:ext cx="2352633" cy="1322703"/>
          </a:xfrm>
          <a:prstGeom prst="ellipse">
            <a:avLst/>
          </a:prstGeom>
          <a:ln w="190500" cap="rnd">
            <a:noFill/>
            <a:prstDash val="solid"/>
          </a:ln>
          <a:effectLst>
            <a:outerShdw blurRad="127000" algn="bl" rotWithShape="0">
              <a:srgbClr val="000000"/>
            </a:outerShdw>
          </a:effectLst>
          <a:scene3d>
            <a:camera prst="perspectiveFront" fov="5400000"/>
            <a:lightRig rig="threePt" dir="t">
              <a:rot lat="0" lon="0" rev="19200000"/>
            </a:lightRig>
          </a:scene3d>
          <a:sp3d extrusionH="25400">
            <a:bevelT w="304800" h="152400" prst="hardEdge"/>
            <a:extrusionClr>
              <a:srgbClr val="000000"/>
            </a:extrusionClr>
          </a:sp3d>
        </p:spPr>
      </p:pic>
      <p:sp>
        <p:nvSpPr>
          <p:cNvPr id="7" name="Rettangolo con angoli arrotondati 6">
            <a:extLst>
              <a:ext uri="{FF2B5EF4-FFF2-40B4-BE49-F238E27FC236}">
                <a16:creationId xmlns:a16="http://schemas.microsoft.com/office/drawing/2014/main" id="{30FA58B9-709A-4E6D-BE95-AF1997808D81}"/>
              </a:ext>
            </a:extLst>
          </p:cNvPr>
          <p:cNvSpPr/>
          <p:nvPr/>
        </p:nvSpPr>
        <p:spPr>
          <a:xfrm>
            <a:off x="382392" y="2418839"/>
            <a:ext cx="2923633" cy="555874"/>
          </a:xfrm>
          <a:prstGeom prst="roundRect">
            <a:avLst/>
          </a:prstGeom>
          <a:solidFill>
            <a:schemeClr val="accent2">
              <a:lumMod val="20000"/>
              <a:lumOff val="80000"/>
            </a:schemeClr>
          </a:solidFill>
          <a:ln w="12700">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900" b="1" dirty="0">
                <a:solidFill>
                  <a:schemeClr val="tx1"/>
                </a:solidFill>
              </a:rPr>
              <a:t>Mission Manager: </a:t>
            </a:r>
            <a:r>
              <a:rPr lang="it-IT" sz="900" dirty="0">
                <a:solidFill>
                  <a:schemeClr val="tx1"/>
                </a:solidFill>
              </a:rPr>
              <a:t>The </a:t>
            </a:r>
            <a:r>
              <a:rPr lang="it-IT" sz="900" dirty="0" err="1">
                <a:solidFill>
                  <a:schemeClr val="tx1"/>
                </a:solidFill>
              </a:rPr>
              <a:t>person</a:t>
            </a:r>
            <a:r>
              <a:rPr lang="it-IT" sz="900" dirty="0">
                <a:solidFill>
                  <a:schemeClr val="tx1"/>
                </a:solidFill>
              </a:rPr>
              <a:t> </a:t>
            </a:r>
            <a:r>
              <a:rPr lang="it-IT" sz="900" dirty="0" err="1">
                <a:solidFill>
                  <a:schemeClr val="tx1"/>
                </a:solidFill>
              </a:rPr>
              <a:t>responsible</a:t>
            </a:r>
            <a:r>
              <a:rPr lang="it-IT" sz="900" dirty="0">
                <a:solidFill>
                  <a:schemeClr val="tx1"/>
                </a:solidFill>
              </a:rPr>
              <a:t> for </a:t>
            </a:r>
            <a:r>
              <a:rPr lang="it-IT" sz="900" dirty="0" err="1">
                <a:solidFill>
                  <a:schemeClr val="tx1"/>
                </a:solidFill>
              </a:rPr>
              <a:t>supervising</a:t>
            </a:r>
            <a:r>
              <a:rPr lang="it-IT" sz="900" dirty="0">
                <a:solidFill>
                  <a:schemeClr val="tx1"/>
                </a:solidFill>
              </a:rPr>
              <a:t> the overall </a:t>
            </a:r>
            <a:r>
              <a:rPr lang="it-IT" sz="900" dirty="0" err="1">
                <a:solidFill>
                  <a:schemeClr val="tx1"/>
                </a:solidFill>
              </a:rPr>
              <a:t>execution</a:t>
            </a:r>
            <a:r>
              <a:rPr lang="it-IT" sz="900" dirty="0">
                <a:solidFill>
                  <a:schemeClr val="tx1"/>
                </a:solidFill>
              </a:rPr>
              <a:t> and state of the mission.</a:t>
            </a:r>
          </a:p>
        </p:txBody>
      </p:sp>
    </p:spTree>
    <p:extLst>
      <p:ext uri="{BB962C8B-B14F-4D97-AF65-F5344CB8AC3E}">
        <p14:creationId xmlns:p14="http://schemas.microsoft.com/office/powerpoint/2010/main" val="35768592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B7083-B3CD-AEE1-C95C-34864AC227CE}"/>
            </a:ext>
          </a:extLst>
        </p:cNvPr>
        <p:cNvGrpSpPr/>
        <p:nvPr/>
      </p:nvGrpSpPr>
      <p:grpSpPr>
        <a:xfrm>
          <a:off x="0" y="0"/>
          <a:ext cx="0" cy="0"/>
          <a:chOff x="0" y="0"/>
          <a:chExt cx="0" cy="0"/>
        </a:xfrm>
      </p:grpSpPr>
      <p:sp>
        <p:nvSpPr>
          <p:cNvPr id="14" name="Text 0">
            <a:extLst>
              <a:ext uri="{FF2B5EF4-FFF2-40B4-BE49-F238E27FC236}">
                <a16:creationId xmlns:a16="http://schemas.microsoft.com/office/drawing/2014/main" id="{3B19C818-FA4E-1DC6-BB35-844AADE3B17B}"/>
              </a:ext>
            </a:extLst>
          </p:cNvPr>
          <p:cNvSpPr/>
          <p:nvPr/>
        </p:nvSpPr>
        <p:spPr>
          <a:xfrm>
            <a:off x="1076000" y="256315"/>
            <a:ext cx="4449631" cy="476448"/>
          </a:xfrm>
          <a:prstGeom prst="rect">
            <a:avLst/>
          </a:prstGeom>
          <a:noFill/>
          <a:ln/>
        </p:spPr>
        <p:txBody>
          <a:bodyPr wrap="squar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1990"/>
              </a:lnSpc>
              <a:buNone/>
            </a:pPr>
            <a:r>
              <a:rPr lang="en-US" sz="1400" b="1" dirty="0">
                <a:solidFill>
                  <a:schemeClr val="accent2">
                    <a:lumMod val="76000"/>
                  </a:schemeClr>
                </a:solidFill>
                <a:ea typeface="Tomorrow Semi Bold" pitchFamily="34" charset="-122"/>
                <a:cs typeface="Tomorrow Semi Bold" pitchFamily="34" charset="-120"/>
              </a:rPr>
              <a:t>Mission Manager’s Role &amp; Challenges</a:t>
            </a:r>
            <a:endParaRPr lang="en-US" sz="1400" b="1" dirty="0">
              <a:solidFill>
                <a:schemeClr val="accent2">
                  <a:lumMod val="76000"/>
                </a:schemeClr>
              </a:solidFill>
            </a:endParaRPr>
          </a:p>
        </p:txBody>
      </p:sp>
      <p:sp>
        <p:nvSpPr>
          <p:cNvPr id="22" name="Text 3">
            <a:extLst>
              <a:ext uri="{FF2B5EF4-FFF2-40B4-BE49-F238E27FC236}">
                <a16:creationId xmlns:a16="http://schemas.microsoft.com/office/drawing/2014/main" id="{5D5AEE96-F21A-823F-7022-C140FA55DA6B}"/>
              </a:ext>
            </a:extLst>
          </p:cNvPr>
          <p:cNvSpPr/>
          <p:nvPr/>
        </p:nvSpPr>
        <p:spPr>
          <a:xfrm>
            <a:off x="844717" y="732763"/>
            <a:ext cx="2081435" cy="169156"/>
          </a:xfrm>
          <a:prstGeom prst="rect">
            <a:avLst/>
          </a:prstGeom>
          <a:noFill/>
          <a:ln/>
        </p:spPr>
        <p:txBody>
          <a:bodyPr wrap="non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ctr">
              <a:lnSpc>
                <a:spcPts val="926"/>
              </a:lnSpc>
              <a:buNone/>
            </a:pPr>
            <a:r>
              <a:rPr lang="en-US" sz="800" b="1" dirty="0">
                <a:latin typeface="Tomorrow Semi Bold"/>
                <a:ea typeface="Tomorrow Semi Bold" pitchFamily="34" charset="-122"/>
                <a:cs typeface="Tomorrow Semi Bold" pitchFamily="34" charset="-120"/>
              </a:rPr>
              <a:t>Situational Awareness</a:t>
            </a:r>
            <a:endParaRPr lang="en-US" sz="800" b="1" dirty="0">
              <a:latin typeface="Tomorrow Semi Bold"/>
            </a:endParaRPr>
          </a:p>
        </p:txBody>
      </p:sp>
      <p:sp>
        <p:nvSpPr>
          <p:cNvPr id="24" name="Text 4">
            <a:extLst>
              <a:ext uri="{FF2B5EF4-FFF2-40B4-BE49-F238E27FC236}">
                <a16:creationId xmlns:a16="http://schemas.microsoft.com/office/drawing/2014/main" id="{E939039B-2D4B-88C8-8CA5-8E5F8109F530}"/>
              </a:ext>
            </a:extLst>
          </p:cNvPr>
          <p:cNvSpPr/>
          <p:nvPr/>
        </p:nvSpPr>
        <p:spPr>
          <a:xfrm>
            <a:off x="852158" y="936914"/>
            <a:ext cx="2130219" cy="850349"/>
          </a:xfrm>
          <a:prstGeom prst="rect">
            <a:avLst/>
          </a:prstGeom>
          <a:noFill/>
          <a:ln/>
        </p:spPr>
        <p:txBody>
          <a:bodyPr wrap="squar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171450" indent="-171450">
              <a:lnSpc>
                <a:spcPts val="946"/>
              </a:lnSpc>
              <a:spcAft>
                <a:spcPts val="300"/>
              </a:spcAft>
              <a:buFont typeface="Arial" panose="020B0604020202020204" pitchFamily="34" charset="0"/>
              <a:buChar char="•"/>
            </a:pPr>
            <a:r>
              <a:rPr lang="en-US" sz="800" dirty="0"/>
              <a:t>Supervising mission execution and anomaly responses.</a:t>
            </a:r>
          </a:p>
          <a:p>
            <a:pPr marL="171450" indent="-171450">
              <a:lnSpc>
                <a:spcPts val="946"/>
              </a:lnSpc>
              <a:spcAft>
                <a:spcPts val="300"/>
              </a:spcAft>
              <a:buFont typeface="Arial" panose="020B0604020202020204" pitchFamily="34" charset="0"/>
              <a:buChar char="•"/>
            </a:pPr>
            <a:r>
              <a:rPr lang="en-US" sz="800" dirty="0"/>
              <a:t>Operational events evaluation.</a:t>
            </a:r>
          </a:p>
          <a:p>
            <a:pPr marL="171450" indent="-171450">
              <a:lnSpc>
                <a:spcPts val="946"/>
              </a:lnSpc>
              <a:spcAft>
                <a:spcPts val="300"/>
              </a:spcAft>
              <a:buFont typeface="Arial" panose="020B0604020202020204" pitchFamily="34" charset="0"/>
              <a:buChar char="•"/>
            </a:pPr>
            <a:r>
              <a:rPr lang="en-US" sz="800" dirty="0"/>
              <a:t>Response coordination of different teams.</a:t>
            </a:r>
          </a:p>
          <a:p>
            <a:pPr marL="171450" indent="-171450">
              <a:lnSpc>
                <a:spcPts val="946"/>
              </a:lnSpc>
              <a:spcAft>
                <a:spcPts val="300"/>
              </a:spcAft>
              <a:buFont typeface="Arial" panose="020B0604020202020204" pitchFamily="34" charset="0"/>
              <a:buChar char="•"/>
            </a:pPr>
            <a:r>
              <a:rPr lang="en-US" sz="800" dirty="0"/>
              <a:t>Support of decision-making during nominal and contingency scenarios.</a:t>
            </a:r>
          </a:p>
        </p:txBody>
      </p:sp>
      <p:sp>
        <p:nvSpPr>
          <p:cNvPr id="32" name="Text 7">
            <a:extLst>
              <a:ext uri="{FF2B5EF4-FFF2-40B4-BE49-F238E27FC236}">
                <a16:creationId xmlns:a16="http://schemas.microsoft.com/office/drawing/2014/main" id="{49CB2644-B405-0CB4-D642-A699C6B5522D}"/>
              </a:ext>
            </a:extLst>
          </p:cNvPr>
          <p:cNvSpPr/>
          <p:nvPr/>
        </p:nvSpPr>
        <p:spPr>
          <a:xfrm>
            <a:off x="3126796" y="725356"/>
            <a:ext cx="2070420" cy="169156"/>
          </a:xfrm>
          <a:prstGeom prst="rect">
            <a:avLst/>
          </a:prstGeom>
          <a:noFill/>
          <a:ln/>
        </p:spPr>
        <p:txBody>
          <a:bodyPr wrap="non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ctr">
              <a:lnSpc>
                <a:spcPts val="926"/>
              </a:lnSpc>
              <a:buNone/>
            </a:pPr>
            <a:r>
              <a:rPr lang="en-US" sz="800" b="1" dirty="0">
                <a:latin typeface="Tomorrow Semi Bold"/>
                <a:ea typeface="Tomorrow Semi Bold" pitchFamily="34" charset="-122"/>
                <a:cs typeface="Tomorrow Semi Bold" pitchFamily="34" charset="-120"/>
              </a:rPr>
              <a:t>Information Fragmentation</a:t>
            </a:r>
            <a:endParaRPr lang="en-US" sz="800" b="1" dirty="0">
              <a:latin typeface="Tomorrow Semi Bold"/>
            </a:endParaRPr>
          </a:p>
        </p:txBody>
      </p:sp>
      <p:sp>
        <p:nvSpPr>
          <p:cNvPr id="34" name="Text 8">
            <a:extLst>
              <a:ext uri="{FF2B5EF4-FFF2-40B4-BE49-F238E27FC236}">
                <a16:creationId xmlns:a16="http://schemas.microsoft.com/office/drawing/2014/main" id="{89C758DD-68A2-B54B-6945-ECE23CE00C4E}"/>
              </a:ext>
            </a:extLst>
          </p:cNvPr>
          <p:cNvSpPr/>
          <p:nvPr/>
        </p:nvSpPr>
        <p:spPr>
          <a:xfrm>
            <a:off x="3126796" y="930890"/>
            <a:ext cx="2205183" cy="856375"/>
          </a:xfrm>
          <a:prstGeom prst="rect">
            <a:avLst/>
          </a:prstGeom>
          <a:noFill/>
          <a:ln/>
        </p:spPr>
        <p:txBody>
          <a:bodyPr wrap="squar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171450" indent="-171450">
              <a:lnSpc>
                <a:spcPts val="946"/>
              </a:lnSpc>
              <a:spcAft>
                <a:spcPts val="300"/>
              </a:spcAft>
              <a:buFont typeface="Arial" panose="020B0604020202020204" pitchFamily="34" charset="0"/>
              <a:buChar char="•"/>
            </a:pPr>
            <a:r>
              <a:rPr lang="en-US" sz="800" dirty="0">
                <a:ea typeface="Tomorrow" pitchFamily="34" charset="-122"/>
                <a:cs typeface="Tomorrow" pitchFamily="34" charset="-120"/>
              </a:rPr>
              <a:t>Integrate </a:t>
            </a:r>
            <a:r>
              <a:rPr lang="en-US" sz="800" dirty="0" err="1">
                <a:ea typeface="Tomorrow" pitchFamily="34" charset="-122"/>
                <a:cs typeface="Tomorrow" pitchFamily="34" charset="-120"/>
              </a:rPr>
              <a:t>informations</a:t>
            </a:r>
            <a:r>
              <a:rPr lang="en-US" sz="800" dirty="0">
                <a:ea typeface="Tomorrow" pitchFamily="34" charset="-122"/>
                <a:cs typeface="Tomorrow" pitchFamily="34" charset="-120"/>
              </a:rPr>
              <a:t> from multiple sources.</a:t>
            </a:r>
          </a:p>
          <a:p>
            <a:pPr marL="171450" indent="-171450">
              <a:lnSpc>
                <a:spcPts val="946"/>
              </a:lnSpc>
              <a:spcAft>
                <a:spcPts val="300"/>
              </a:spcAft>
              <a:buFont typeface="Arial" panose="020B0604020202020204" pitchFamily="34" charset="0"/>
              <a:buChar char="•"/>
            </a:pPr>
            <a:r>
              <a:rPr lang="en-US" sz="800" dirty="0">
                <a:ea typeface="Tomorrow" pitchFamily="34" charset="-122"/>
                <a:cs typeface="Tomorrow" pitchFamily="34" charset="-120"/>
              </a:rPr>
              <a:t>The evidence are heterogeneous, asynchronous, incomplete or even conflicting.</a:t>
            </a:r>
          </a:p>
          <a:p>
            <a:pPr marL="171450" indent="-171450">
              <a:lnSpc>
                <a:spcPts val="946"/>
              </a:lnSpc>
              <a:spcAft>
                <a:spcPts val="300"/>
              </a:spcAft>
              <a:buFont typeface="Arial" panose="020B0604020202020204" pitchFamily="34" charset="0"/>
              <a:buChar char="•"/>
            </a:pPr>
            <a:r>
              <a:rPr lang="en-US" sz="800" dirty="0">
                <a:ea typeface="Tomorrow" pitchFamily="34" charset="-122"/>
                <a:cs typeface="Tomorrow" pitchFamily="34" charset="-120"/>
              </a:rPr>
              <a:t>Rapid identification of important </a:t>
            </a:r>
            <a:r>
              <a:rPr lang="en-US" sz="800" dirty="0" err="1">
                <a:ea typeface="Tomorrow" pitchFamily="34" charset="-122"/>
                <a:cs typeface="Tomorrow" pitchFamily="34" charset="-120"/>
              </a:rPr>
              <a:t>informations</a:t>
            </a:r>
            <a:r>
              <a:rPr lang="en-US" sz="800" dirty="0">
                <a:ea typeface="Tomorrow" pitchFamily="34" charset="-122"/>
                <a:cs typeface="Tomorrow" pitchFamily="34" charset="-120"/>
              </a:rPr>
              <a:t> and their implications.</a:t>
            </a:r>
          </a:p>
          <a:p>
            <a:pPr>
              <a:lnSpc>
                <a:spcPts val="946"/>
              </a:lnSpc>
            </a:pPr>
            <a:endParaRPr lang="en-US" sz="800" dirty="0"/>
          </a:p>
        </p:txBody>
      </p:sp>
      <p:pic>
        <p:nvPicPr>
          <p:cNvPr id="40" name="Image 3" descr="preencoded.png">
            <a:extLst>
              <a:ext uri="{FF2B5EF4-FFF2-40B4-BE49-F238E27FC236}">
                <a16:creationId xmlns:a16="http://schemas.microsoft.com/office/drawing/2014/main" id="{00183E0B-58AB-05AF-E086-C7A15CB80ADA}"/>
              </a:ext>
            </a:extLst>
          </p:cNvPr>
          <p:cNvPicPr>
            <a:picLocks noChangeAspect="1"/>
          </p:cNvPicPr>
          <p:nvPr/>
        </p:nvPicPr>
        <p:blipFill>
          <a:blip r:embed="rId2"/>
          <a:stretch>
            <a:fillRect/>
          </a:stretch>
        </p:blipFill>
        <p:spPr>
          <a:xfrm>
            <a:off x="2532328" y="2245926"/>
            <a:ext cx="102900" cy="128614"/>
          </a:xfrm>
          <a:prstGeom prst="rect">
            <a:avLst/>
          </a:prstGeom>
        </p:spPr>
      </p:pic>
      <p:pic>
        <p:nvPicPr>
          <p:cNvPr id="2050" name="Picture 2" descr="Breach &amp; Attack Simulation, Vulnerability Assessment e Penetration Test nel  Cyber Risk Management - Telsy">
            <a:extLst>
              <a:ext uri="{FF2B5EF4-FFF2-40B4-BE49-F238E27FC236}">
                <a16:creationId xmlns:a16="http://schemas.microsoft.com/office/drawing/2014/main" id="{01A5A82F-5342-1823-D17D-FD3407599D8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3486" y="1878591"/>
            <a:ext cx="4777782" cy="1281805"/>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A62A7C40-F66E-D301-C9E6-4A2D1613A7A8}"/>
              </a:ext>
            </a:extLst>
          </p:cNvPr>
          <p:cNvCxnSpPr>
            <a:cxnSpLocks/>
          </p:cNvCxnSpPr>
          <p:nvPr/>
        </p:nvCxnSpPr>
        <p:spPr>
          <a:xfrm>
            <a:off x="852158" y="901919"/>
            <a:ext cx="2070877" cy="0"/>
          </a:xfrm>
          <a:prstGeom prst="line">
            <a:avLst/>
          </a:prstGeom>
          <a:ln w="19050"/>
        </p:spPr>
        <p:style>
          <a:lnRef idx="1">
            <a:schemeClr val="accent2"/>
          </a:lnRef>
          <a:fillRef idx="0">
            <a:schemeClr val="accent2"/>
          </a:fillRef>
          <a:effectRef idx="0">
            <a:schemeClr val="accent2"/>
          </a:effectRef>
          <a:fontRef idx="minor">
            <a:schemeClr val="tx1"/>
          </a:fontRef>
        </p:style>
      </p:cxnSp>
      <p:cxnSp>
        <p:nvCxnSpPr>
          <p:cNvPr id="11" name="Straight Connector 10">
            <a:extLst>
              <a:ext uri="{FF2B5EF4-FFF2-40B4-BE49-F238E27FC236}">
                <a16:creationId xmlns:a16="http://schemas.microsoft.com/office/drawing/2014/main" id="{20A364B8-8841-0B10-2BBE-4875B06C51FB}"/>
              </a:ext>
            </a:extLst>
          </p:cNvPr>
          <p:cNvCxnSpPr>
            <a:cxnSpLocks/>
          </p:cNvCxnSpPr>
          <p:nvPr/>
        </p:nvCxnSpPr>
        <p:spPr>
          <a:xfrm>
            <a:off x="3126796" y="903686"/>
            <a:ext cx="2070420" cy="0"/>
          </a:xfrm>
          <a:prstGeom prst="line">
            <a:avLst/>
          </a:prstGeom>
          <a:ln w="19050"/>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464811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preencoded.png">
            <a:extLst>
              <a:ext uri="{FF2B5EF4-FFF2-40B4-BE49-F238E27FC236}">
                <a16:creationId xmlns:a16="http://schemas.microsoft.com/office/drawing/2014/main" id="{596988B2-2CB7-951D-F4EE-448E5A81244B}"/>
              </a:ext>
            </a:extLst>
          </p:cNvPr>
          <p:cNvPicPr>
            <a:picLocks noChangeAspect="1"/>
          </p:cNvPicPr>
          <p:nvPr/>
        </p:nvPicPr>
        <p:blipFill>
          <a:blip r:embed="rId2"/>
          <a:stretch>
            <a:fillRect/>
          </a:stretch>
        </p:blipFill>
        <p:spPr>
          <a:xfrm>
            <a:off x="341853" y="685783"/>
            <a:ext cx="1653149" cy="2482009"/>
          </a:xfrm>
          <a:prstGeom prst="rect">
            <a:avLst/>
          </a:prstGeom>
        </p:spPr>
      </p:pic>
      <p:sp>
        <p:nvSpPr>
          <p:cNvPr id="5" name="Text 0">
            <a:extLst>
              <a:ext uri="{FF2B5EF4-FFF2-40B4-BE49-F238E27FC236}">
                <a16:creationId xmlns:a16="http://schemas.microsoft.com/office/drawing/2014/main" id="{D64030A1-3200-2C2D-FCCE-F484CC1F8003}"/>
              </a:ext>
            </a:extLst>
          </p:cNvPr>
          <p:cNvSpPr/>
          <p:nvPr/>
        </p:nvSpPr>
        <p:spPr>
          <a:xfrm>
            <a:off x="1113506" y="240604"/>
            <a:ext cx="4591721" cy="234802"/>
          </a:xfrm>
          <a:prstGeom prst="rect">
            <a:avLst/>
          </a:prstGeom>
          <a:noFill/>
          <a:ln/>
        </p:spPr>
        <p:txBody>
          <a:bodyPr wrap="squar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1852"/>
              </a:lnSpc>
              <a:buNone/>
            </a:pPr>
            <a:r>
              <a:rPr lang="en-US" sz="1400" b="1" dirty="0">
                <a:solidFill>
                  <a:schemeClr val="accent2">
                    <a:lumMod val="76000"/>
                  </a:schemeClr>
                </a:solidFill>
                <a:ea typeface="Tomorrow Semi Bold"/>
                <a:cs typeface="Tomorrow Semi Bold" pitchFamily="34" charset="-120"/>
              </a:rPr>
              <a:t>Research Questions</a:t>
            </a:r>
            <a:endParaRPr lang="en-US" sz="1400" dirty="0">
              <a:solidFill>
                <a:schemeClr val="accent2">
                  <a:lumMod val="76000"/>
                </a:schemeClr>
              </a:solidFill>
              <a:ea typeface="Tomorrow Semi Bold"/>
            </a:endParaRPr>
          </a:p>
        </p:txBody>
      </p:sp>
      <p:sp>
        <p:nvSpPr>
          <p:cNvPr id="7" name="Text 1">
            <a:extLst>
              <a:ext uri="{FF2B5EF4-FFF2-40B4-BE49-F238E27FC236}">
                <a16:creationId xmlns:a16="http://schemas.microsoft.com/office/drawing/2014/main" id="{33E0B1DB-FBA2-4D51-68F5-254A2176135E}"/>
              </a:ext>
            </a:extLst>
          </p:cNvPr>
          <p:cNvSpPr/>
          <p:nvPr/>
        </p:nvSpPr>
        <p:spPr>
          <a:xfrm>
            <a:off x="2426910" y="855247"/>
            <a:ext cx="75639" cy="94548"/>
          </a:xfrm>
          <a:prstGeom prst="rect">
            <a:avLst/>
          </a:prstGeom>
          <a:noFill/>
          <a:ln/>
        </p:spPr>
        <p:txBody>
          <a:bodyPr wrap="non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946"/>
              </a:lnSpc>
              <a:buNone/>
            </a:pPr>
            <a:r>
              <a:rPr lang="en-US" sz="900" b="1">
                <a:solidFill>
                  <a:srgbClr val="953734"/>
                </a:solidFill>
                <a:latin typeface="Tomorrow Light"/>
                <a:ea typeface="Tomorrow Light"/>
                <a:cs typeface="Tomorrow Light" pitchFamily="34" charset="-120"/>
              </a:rPr>
              <a:t>01</a:t>
            </a:r>
            <a:endParaRPr lang="en-US" sz="900" b="1">
              <a:solidFill>
                <a:srgbClr val="953734"/>
              </a:solidFill>
              <a:latin typeface="Tomorrow Light"/>
              <a:ea typeface="Tomorrow Light"/>
              <a:cs typeface="Calibri"/>
            </a:endParaRPr>
          </a:p>
        </p:txBody>
      </p:sp>
      <p:sp>
        <p:nvSpPr>
          <p:cNvPr id="9" name="Shape 2">
            <a:extLst>
              <a:ext uri="{FF2B5EF4-FFF2-40B4-BE49-F238E27FC236}">
                <a16:creationId xmlns:a16="http://schemas.microsoft.com/office/drawing/2014/main" id="{A4ACF4AE-5D70-3E16-5911-025A8B20C858}"/>
              </a:ext>
            </a:extLst>
          </p:cNvPr>
          <p:cNvSpPr/>
          <p:nvPr/>
        </p:nvSpPr>
        <p:spPr>
          <a:xfrm>
            <a:off x="2426910" y="974805"/>
            <a:ext cx="3074155" cy="9009"/>
          </a:xfrm>
          <a:prstGeom prst="rect">
            <a:avLst/>
          </a:prstGeom>
          <a:solidFill>
            <a:srgbClr val="1D1D1B"/>
          </a:solidFill>
          <a:ln>
            <a:solidFill>
              <a:srgbClr val="953735"/>
            </a:solidFill>
          </a:ln>
        </p:spPr>
      </p:sp>
      <p:sp>
        <p:nvSpPr>
          <p:cNvPr id="11" name="Text 3">
            <a:extLst>
              <a:ext uri="{FF2B5EF4-FFF2-40B4-BE49-F238E27FC236}">
                <a16:creationId xmlns:a16="http://schemas.microsoft.com/office/drawing/2014/main" id="{056BCD3E-7F40-7169-2212-8989F3F45BD6}"/>
              </a:ext>
            </a:extLst>
          </p:cNvPr>
          <p:cNvSpPr/>
          <p:nvPr/>
        </p:nvSpPr>
        <p:spPr>
          <a:xfrm>
            <a:off x="2426910" y="1030642"/>
            <a:ext cx="1423619" cy="118150"/>
          </a:xfrm>
          <a:prstGeom prst="rect">
            <a:avLst/>
          </a:prstGeom>
          <a:noFill/>
          <a:ln/>
        </p:spPr>
        <p:txBody>
          <a:bodyPr wrap="non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926"/>
              </a:lnSpc>
              <a:buNone/>
            </a:pPr>
            <a:r>
              <a:rPr lang="en-US" sz="1000" b="1" dirty="0">
                <a:solidFill>
                  <a:schemeClr val="accent2">
                    <a:lumMod val="76000"/>
                  </a:schemeClr>
                </a:solidFill>
                <a:latin typeface="+mj-lt"/>
                <a:ea typeface="Tomorrow Semi Bold"/>
                <a:cs typeface="Tomorrow Semi Bold" pitchFamily="34" charset="-120"/>
              </a:rPr>
              <a:t>Autonomous LLM Capabilities</a:t>
            </a:r>
            <a:endParaRPr lang="en-US" sz="1000" b="1" dirty="0">
              <a:solidFill>
                <a:schemeClr val="accent2">
                  <a:lumMod val="76000"/>
                </a:schemeClr>
              </a:solidFill>
              <a:latin typeface="+mj-lt"/>
              <a:ea typeface="Calibri"/>
              <a:cs typeface="Calibri"/>
            </a:endParaRPr>
          </a:p>
        </p:txBody>
      </p:sp>
      <p:sp>
        <p:nvSpPr>
          <p:cNvPr id="13" name="Text 4">
            <a:extLst>
              <a:ext uri="{FF2B5EF4-FFF2-40B4-BE49-F238E27FC236}">
                <a16:creationId xmlns:a16="http://schemas.microsoft.com/office/drawing/2014/main" id="{7BEDE68F-4001-D240-85D9-3917AE8B560F}"/>
              </a:ext>
            </a:extLst>
          </p:cNvPr>
          <p:cNvSpPr/>
          <p:nvPr/>
        </p:nvSpPr>
        <p:spPr>
          <a:xfrm>
            <a:off x="2426910" y="1194167"/>
            <a:ext cx="3074155" cy="363037"/>
          </a:xfrm>
          <a:prstGeom prst="rect">
            <a:avLst/>
          </a:prstGeom>
          <a:noFill/>
          <a:ln/>
        </p:spPr>
        <p:txBody>
          <a:bodyPr wrap="squar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946"/>
              </a:lnSpc>
              <a:buNone/>
            </a:pPr>
            <a:r>
              <a:rPr lang="en-US" sz="900" dirty="0">
                <a:solidFill>
                  <a:srgbClr val="000000"/>
                </a:solidFill>
                <a:ea typeface="Tomorrow" pitchFamily="34" charset="-122"/>
                <a:cs typeface="Tomorrow" pitchFamily="34" charset="-120"/>
              </a:rPr>
              <a:t>To what extent can Large Language Models autonomously conduct </a:t>
            </a:r>
            <a:r>
              <a:rPr lang="en-US" sz="900" b="1" dirty="0">
                <a:solidFill>
                  <a:srgbClr val="000000"/>
                </a:solidFill>
                <a:ea typeface="Tomorrow" pitchFamily="34" charset="-122"/>
                <a:cs typeface="Tomorrow" pitchFamily="34" charset="-120"/>
              </a:rPr>
              <a:t>cross-domain </a:t>
            </a:r>
            <a:r>
              <a:rPr lang="en-US" sz="900" dirty="0">
                <a:solidFill>
                  <a:srgbClr val="000000"/>
                </a:solidFill>
                <a:ea typeface="Tomorrow" pitchFamily="34" charset="-122"/>
                <a:cs typeface="Tomorrow" pitchFamily="34" charset="-120"/>
              </a:rPr>
              <a:t>reasoning while maintaining </a:t>
            </a:r>
            <a:r>
              <a:rPr lang="en-US" sz="900" b="1" dirty="0">
                <a:solidFill>
                  <a:srgbClr val="000000"/>
                </a:solidFill>
                <a:ea typeface="Tomorrow" pitchFamily="34" charset="-122"/>
                <a:cs typeface="Tomorrow" pitchFamily="34" charset="-120"/>
              </a:rPr>
              <a:t>accuracy and robustness?</a:t>
            </a:r>
            <a:endParaRPr lang="en-US" sz="900" dirty="0">
              <a:solidFill>
                <a:srgbClr val="000000"/>
              </a:solidFill>
              <a:latin typeface="Tomorrow"/>
            </a:endParaRPr>
          </a:p>
        </p:txBody>
      </p:sp>
      <p:sp>
        <p:nvSpPr>
          <p:cNvPr id="15" name="Text 5">
            <a:extLst>
              <a:ext uri="{FF2B5EF4-FFF2-40B4-BE49-F238E27FC236}">
                <a16:creationId xmlns:a16="http://schemas.microsoft.com/office/drawing/2014/main" id="{16C29244-5E39-28FD-889E-E822D8F8A85A}"/>
              </a:ext>
            </a:extLst>
          </p:cNvPr>
          <p:cNvSpPr/>
          <p:nvPr/>
        </p:nvSpPr>
        <p:spPr>
          <a:xfrm>
            <a:off x="2426910" y="1839420"/>
            <a:ext cx="75639" cy="94548"/>
          </a:xfrm>
          <a:prstGeom prst="rect">
            <a:avLst/>
          </a:prstGeom>
          <a:noFill/>
          <a:ln/>
        </p:spPr>
        <p:txBody>
          <a:bodyPr wrap="non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946"/>
              </a:lnSpc>
              <a:buNone/>
            </a:pPr>
            <a:r>
              <a:rPr lang="en-US" sz="900" b="1">
                <a:solidFill>
                  <a:srgbClr val="953734"/>
                </a:solidFill>
                <a:latin typeface="Tomorrow Light"/>
                <a:ea typeface="Tomorrow Light"/>
                <a:cs typeface="Tomorrow Light" pitchFamily="34" charset="-120"/>
              </a:rPr>
              <a:t>02</a:t>
            </a:r>
            <a:endParaRPr lang="en-US" sz="700" b="1">
              <a:solidFill>
                <a:srgbClr val="953734"/>
              </a:solidFill>
              <a:latin typeface="Calibri"/>
              <a:ea typeface="Tomorrow Light"/>
              <a:cs typeface="Calibri"/>
            </a:endParaRPr>
          </a:p>
        </p:txBody>
      </p:sp>
      <p:sp>
        <p:nvSpPr>
          <p:cNvPr id="17" name="Shape 6">
            <a:extLst>
              <a:ext uri="{FF2B5EF4-FFF2-40B4-BE49-F238E27FC236}">
                <a16:creationId xmlns:a16="http://schemas.microsoft.com/office/drawing/2014/main" id="{6CADE75B-040C-2B87-67F3-EE9FA6C4480E}"/>
              </a:ext>
            </a:extLst>
          </p:cNvPr>
          <p:cNvSpPr/>
          <p:nvPr/>
        </p:nvSpPr>
        <p:spPr>
          <a:xfrm>
            <a:off x="2426910" y="1958978"/>
            <a:ext cx="3074155" cy="9009"/>
          </a:xfrm>
          <a:prstGeom prst="rect">
            <a:avLst/>
          </a:prstGeom>
          <a:solidFill>
            <a:srgbClr val="C00000"/>
          </a:solidFill>
          <a:ln>
            <a:solidFill>
              <a:srgbClr val="953735"/>
            </a:solidFill>
          </a:ln>
        </p:spPr>
      </p:sp>
      <p:sp>
        <p:nvSpPr>
          <p:cNvPr id="19" name="Text 7">
            <a:extLst>
              <a:ext uri="{FF2B5EF4-FFF2-40B4-BE49-F238E27FC236}">
                <a16:creationId xmlns:a16="http://schemas.microsoft.com/office/drawing/2014/main" id="{C213BDC3-4491-2717-C070-62D56BB9227A}"/>
              </a:ext>
            </a:extLst>
          </p:cNvPr>
          <p:cNvSpPr/>
          <p:nvPr/>
        </p:nvSpPr>
        <p:spPr>
          <a:xfrm>
            <a:off x="2426909" y="2014814"/>
            <a:ext cx="1653149" cy="129505"/>
          </a:xfrm>
          <a:prstGeom prst="rect">
            <a:avLst/>
          </a:prstGeom>
          <a:noFill/>
          <a:ln/>
        </p:spPr>
        <p:txBody>
          <a:bodyPr wrap="non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926"/>
              </a:lnSpc>
              <a:buNone/>
            </a:pPr>
            <a:r>
              <a:rPr lang="en-US" sz="1000" b="1" dirty="0">
                <a:solidFill>
                  <a:srgbClr val="8F3432"/>
                </a:solidFill>
                <a:latin typeface="+mj-lt"/>
                <a:ea typeface="Tomorrow Semi Bold"/>
                <a:cs typeface="Tomorrow Semi Bold" pitchFamily="34" charset="-120"/>
              </a:rPr>
              <a:t>Retrieval Pipeline</a:t>
            </a:r>
            <a:endParaRPr lang="en-US" sz="1000" b="1" dirty="0">
              <a:solidFill>
                <a:srgbClr val="8F3432"/>
              </a:solidFill>
              <a:latin typeface="+mj-lt"/>
              <a:ea typeface="Calibri"/>
              <a:cs typeface="Calibri"/>
            </a:endParaRPr>
          </a:p>
        </p:txBody>
      </p:sp>
      <p:sp>
        <p:nvSpPr>
          <p:cNvPr id="21" name="Text 8">
            <a:extLst>
              <a:ext uri="{FF2B5EF4-FFF2-40B4-BE49-F238E27FC236}">
                <a16:creationId xmlns:a16="http://schemas.microsoft.com/office/drawing/2014/main" id="{33DB51A0-9755-D583-D58D-983949970326}"/>
              </a:ext>
            </a:extLst>
          </p:cNvPr>
          <p:cNvSpPr/>
          <p:nvPr/>
        </p:nvSpPr>
        <p:spPr>
          <a:xfrm>
            <a:off x="2426910" y="2178339"/>
            <a:ext cx="3074155" cy="335650"/>
          </a:xfrm>
          <a:prstGeom prst="rect">
            <a:avLst/>
          </a:prstGeom>
          <a:noFill/>
          <a:ln/>
        </p:spPr>
        <p:txBody>
          <a:bodyPr wrap="square" lIns="0" tIns="0" rIns="0" bIns="0" rtlCol="0" anchor="t"/>
          <a:lstStyle>
            <a:defPPr>
              <a:defRPr lang="en-US"/>
            </a:defPPr>
            <a:lvl1pPr marL="0" algn="l" defTabSz="360365" rtl="0" eaLnBrk="1" latinLnBrk="0" hangingPunct="1">
              <a:defRPr sz="709" kern="1200">
                <a:solidFill>
                  <a:schemeClr val="tx1"/>
                </a:solidFill>
                <a:latin typeface="+mn-lt"/>
                <a:ea typeface="+mn-ea"/>
                <a:cs typeface="+mn-cs"/>
              </a:defRPr>
            </a:lvl1pPr>
            <a:lvl2pPr marL="180183" algn="l" defTabSz="360365" rtl="0" eaLnBrk="1" latinLnBrk="0" hangingPunct="1">
              <a:defRPr sz="709" kern="1200">
                <a:solidFill>
                  <a:schemeClr val="tx1"/>
                </a:solidFill>
                <a:latin typeface="+mn-lt"/>
                <a:ea typeface="+mn-ea"/>
                <a:cs typeface="+mn-cs"/>
              </a:defRPr>
            </a:lvl2pPr>
            <a:lvl3pPr marL="360365" algn="l" defTabSz="360365" rtl="0" eaLnBrk="1" latinLnBrk="0" hangingPunct="1">
              <a:defRPr sz="709" kern="1200">
                <a:solidFill>
                  <a:schemeClr val="tx1"/>
                </a:solidFill>
                <a:latin typeface="+mn-lt"/>
                <a:ea typeface="+mn-ea"/>
                <a:cs typeface="+mn-cs"/>
              </a:defRPr>
            </a:lvl3pPr>
            <a:lvl4pPr marL="540548" algn="l" defTabSz="360365" rtl="0" eaLnBrk="1" latinLnBrk="0" hangingPunct="1">
              <a:defRPr sz="709" kern="1200">
                <a:solidFill>
                  <a:schemeClr val="tx1"/>
                </a:solidFill>
                <a:latin typeface="+mn-lt"/>
                <a:ea typeface="+mn-ea"/>
                <a:cs typeface="+mn-cs"/>
              </a:defRPr>
            </a:lvl4pPr>
            <a:lvl5pPr marL="720730" algn="l" defTabSz="360365" rtl="0" eaLnBrk="1" latinLnBrk="0" hangingPunct="1">
              <a:defRPr sz="709" kern="1200">
                <a:solidFill>
                  <a:schemeClr val="tx1"/>
                </a:solidFill>
                <a:latin typeface="+mn-lt"/>
                <a:ea typeface="+mn-ea"/>
                <a:cs typeface="+mn-cs"/>
              </a:defRPr>
            </a:lvl5pPr>
            <a:lvl6pPr marL="900913" algn="l" defTabSz="360365" rtl="0" eaLnBrk="1" latinLnBrk="0" hangingPunct="1">
              <a:defRPr sz="709" kern="1200">
                <a:solidFill>
                  <a:schemeClr val="tx1"/>
                </a:solidFill>
                <a:latin typeface="+mn-lt"/>
                <a:ea typeface="+mn-ea"/>
                <a:cs typeface="+mn-cs"/>
              </a:defRPr>
            </a:lvl6pPr>
            <a:lvl7pPr marL="1081095" algn="l" defTabSz="360365" rtl="0" eaLnBrk="1" latinLnBrk="0" hangingPunct="1">
              <a:defRPr sz="709" kern="1200">
                <a:solidFill>
                  <a:schemeClr val="tx1"/>
                </a:solidFill>
                <a:latin typeface="+mn-lt"/>
                <a:ea typeface="+mn-ea"/>
                <a:cs typeface="+mn-cs"/>
              </a:defRPr>
            </a:lvl7pPr>
            <a:lvl8pPr marL="1261278" algn="l" defTabSz="360365" rtl="0" eaLnBrk="1" latinLnBrk="0" hangingPunct="1">
              <a:defRPr sz="709" kern="1200">
                <a:solidFill>
                  <a:schemeClr val="tx1"/>
                </a:solidFill>
                <a:latin typeface="+mn-lt"/>
                <a:ea typeface="+mn-ea"/>
                <a:cs typeface="+mn-cs"/>
              </a:defRPr>
            </a:lvl8pPr>
            <a:lvl9pPr marL="1441460" algn="l" defTabSz="360365" rtl="0" eaLnBrk="1" latinLnBrk="0" hangingPunct="1">
              <a:defRPr sz="709" kern="1200">
                <a:solidFill>
                  <a:schemeClr val="tx1"/>
                </a:solidFill>
                <a:latin typeface="+mn-lt"/>
                <a:ea typeface="+mn-ea"/>
                <a:cs typeface="+mn-cs"/>
              </a:defRPr>
            </a:lvl9pPr>
          </a:lstStyle>
          <a:p>
            <a:pPr marL="0" indent="0" algn="l">
              <a:lnSpc>
                <a:spcPts val="946"/>
              </a:lnSpc>
              <a:buNone/>
            </a:pPr>
            <a:r>
              <a:rPr lang="en-US" sz="900" dirty="0">
                <a:solidFill>
                  <a:srgbClr val="000000"/>
                </a:solidFill>
                <a:ea typeface="Tomorrow" pitchFamily="34" charset="-122"/>
                <a:cs typeface="Tomorrow" pitchFamily="34" charset="-120"/>
              </a:rPr>
              <a:t>Can a specialized </a:t>
            </a:r>
            <a:r>
              <a:rPr lang="en-US" sz="900" b="1" dirty="0">
                <a:solidFill>
                  <a:srgbClr val="000000"/>
                </a:solidFill>
                <a:ea typeface="Tomorrow" pitchFamily="34" charset="-122"/>
                <a:cs typeface="Tomorrow" pitchFamily="34" charset="-120"/>
              </a:rPr>
              <a:t>agentic</a:t>
            </a:r>
            <a:r>
              <a:rPr lang="en-US" sz="900" dirty="0">
                <a:solidFill>
                  <a:srgbClr val="000000"/>
                </a:solidFill>
                <a:ea typeface="Tomorrow" pitchFamily="34" charset="-122"/>
                <a:cs typeface="Tomorrow" pitchFamily="34" charset="-120"/>
              </a:rPr>
              <a:t> retrieval pipeline </a:t>
            </a:r>
            <a:r>
              <a:rPr lang="en-US" sz="900" b="1" dirty="0">
                <a:solidFill>
                  <a:srgbClr val="000000"/>
                </a:solidFill>
                <a:ea typeface="Tomorrow" pitchFamily="34" charset="-122"/>
                <a:cs typeface="Tomorrow" pitchFamily="34" charset="-120"/>
              </a:rPr>
              <a:t>improve</a:t>
            </a:r>
            <a:r>
              <a:rPr lang="en-US" sz="900" dirty="0">
                <a:solidFill>
                  <a:srgbClr val="000000"/>
                </a:solidFill>
                <a:ea typeface="Tomorrow" pitchFamily="34" charset="-122"/>
                <a:cs typeface="Tomorrow" pitchFamily="34" charset="-120"/>
              </a:rPr>
              <a:t> the quality of the decision support task compared to a general purpose LLM?</a:t>
            </a:r>
            <a:endParaRPr lang="en-US" sz="800" dirty="0">
              <a:solidFill>
                <a:srgbClr val="000000"/>
              </a:solidFill>
            </a:endParaRPr>
          </a:p>
        </p:txBody>
      </p:sp>
    </p:spTree>
    <p:extLst>
      <p:ext uri="{BB962C8B-B14F-4D97-AF65-F5344CB8AC3E}">
        <p14:creationId xmlns:p14="http://schemas.microsoft.com/office/powerpoint/2010/main" val="19493530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06B17-9768-B209-0488-129AAA34DA63}"/>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0443E9D1-CC86-D2F2-EEFB-93FD26BD75C5}"/>
              </a:ext>
            </a:extLst>
          </p:cNvPr>
          <p:cNvSpPr txBox="1"/>
          <p:nvPr/>
        </p:nvSpPr>
        <p:spPr>
          <a:xfrm>
            <a:off x="869002" y="114827"/>
            <a:ext cx="3748948" cy="307777"/>
          </a:xfrm>
          <a:prstGeom prst="rect">
            <a:avLst/>
          </a:prstGeom>
          <a:noFill/>
        </p:spPr>
        <p:txBody>
          <a:bodyPr wrap="square">
            <a:spAutoFit/>
          </a:bodyPr>
          <a:lstStyle/>
          <a:p>
            <a:r>
              <a:rPr lang="en-US" sz="1400" b="1" dirty="0">
                <a:solidFill>
                  <a:srgbClr val="953735"/>
                </a:solidFill>
                <a:latin typeface="Calibri"/>
                <a:ea typeface="Calibri"/>
                <a:cs typeface="Calibri"/>
              </a:rPr>
              <a:t>Foundation and Existing Approaches</a:t>
            </a:r>
            <a:endParaRPr lang="en-US" sz="1400" dirty="0"/>
          </a:p>
        </p:txBody>
      </p:sp>
      <p:sp>
        <p:nvSpPr>
          <p:cNvPr id="50" name="Shape">
            <a:extLst>
              <a:ext uri="{FF2B5EF4-FFF2-40B4-BE49-F238E27FC236}">
                <a16:creationId xmlns:a16="http://schemas.microsoft.com/office/drawing/2014/main" id="{B0FFCF8B-E40A-45FC-9BE9-6C5AC7590240}"/>
              </a:ext>
            </a:extLst>
          </p:cNvPr>
          <p:cNvSpPr/>
          <p:nvPr/>
        </p:nvSpPr>
        <p:spPr>
          <a:xfrm>
            <a:off x="1042951" y="1248423"/>
            <a:ext cx="755298"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1" name="Shape">
            <a:extLst>
              <a:ext uri="{FF2B5EF4-FFF2-40B4-BE49-F238E27FC236}">
                <a16:creationId xmlns:a16="http://schemas.microsoft.com/office/drawing/2014/main" id="{84C1FF30-2E05-4867-B89D-C73DE2A22231}"/>
              </a:ext>
            </a:extLst>
          </p:cNvPr>
          <p:cNvSpPr/>
          <p:nvPr/>
        </p:nvSpPr>
        <p:spPr>
          <a:xfrm>
            <a:off x="689401"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2" name="Shape">
            <a:extLst>
              <a:ext uri="{FF2B5EF4-FFF2-40B4-BE49-F238E27FC236}">
                <a16:creationId xmlns:a16="http://schemas.microsoft.com/office/drawing/2014/main" id="{C1B1188E-B26D-43B1-BFFA-955B12FD2CEC}"/>
              </a:ext>
            </a:extLst>
          </p:cNvPr>
          <p:cNvSpPr/>
          <p:nvPr/>
        </p:nvSpPr>
        <p:spPr>
          <a:xfrm>
            <a:off x="1938223"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accent4">
              <a:lumMod val="75000"/>
            </a:schemeClr>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3" name="Shape">
            <a:extLst>
              <a:ext uri="{FF2B5EF4-FFF2-40B4-BE49-F238E27FC236}">
                <a16:creationId xmlns:a16="http://schemas.microsoft.com/office/drawing/2014/main" id="{A43E6E2F-0B30-4D26-823D-66D58DCB21A2}"/>
              </a:ext>
            </a:extLst>
          </p:cNvPr>
          <p:cNvSpPr/>
          <p:nvPr/>
        </p:nvSpPr>
        <p:spPr>
          <a:xfrm>
            <a:off x="1578169"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4"/>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4" name="Shape">
            <a:extLst>
              <a:ext uri="{FF2B5EF4-FFF2-40B4-BE49-F238E27FC236}">
                <a16:creationId xmlns:a16="http://schemas.microsoft.com/office/drawing/2014/main" id="{72ACFA31-AF2E-48ED-A13E-661E753AF95E}"/>
              </a:ext>
            </a:extLst>
          </p:cNvPr>
          <p:cNvSpPr/>
          <p:nvPr/>
        </p:nvSpPr>
        <p:spPr>
          <a:xfrm>
            <a:off x="2823764"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5" name="Shape">
            <a:extLst>
              <a:ext uri="{FF2B5EF4-FFF2-40B4-BE49-F238E27FC236}">
                <a16:creationId xmlns:a16="http://schemas.microsoft.com/office/drawing/2014/main" id="{38622F77-BC13-416B-9F65-8AFCB46E0C31}"/>
              </a:ext>
            </a:extLst>
          </p:cNvPr>
          <p:cNvSpPr/>
          <p:nvPr/>
        </p:nvSpPr>
        <p:spPr>
          <a:xfrm>
            <a:off x="2470465"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6" name="Shape">
            <a:extLst>
              <a:ext uri="{FF2B5EF4-FFF2-40B4-BE49-F238E27FC236}">
                <a16:creationId xmlns:a16="http://schemas.microsoft.com/office/drawing/2014/main" id="{1DC1BF6D-1624-4B79-B424-48BA9823EA74}"/>
              </a:ext>
            </a:extLst>
          </p:cNvPr>
          <p:cNvSpPr/>
          <p:nvPr/>
        </p:nvSpPr>
        <p:spPr>
          <a:xfrm>
            <a:off x="3709305"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7" name="Shape">
            <a:extLst>
              <a:ext uri="{FF2B5EF4-FFF2-40B4-BE49-F238E27FC236}">
                <a16:creationId xmlns:a16="http://schemas.microsoft.com/office/drawing/2014/main" id="{A86E7E81-C355-4E92-ABD4-2E4ED7B7ACF1}"/>
              </a:ext>
            </a:extLst>
          </p:cNvPr>
          <p:cNvSpPr/>
          <p:nvPr/>
        </p:nvSpPr>
        <p:spPr>
          <a:xfrm>
            <a:off x="3358982"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8" name="Shape">
            <a:extLst>
              <a:ext uri="{FF2B5EF4-FFF2-40B4-BE49-F238E27FC236}">
                <a16:creationId xmlns:a16="http://schemas.microsoft.com/office/drawing/2014/main" id="{41A8A17A-FAA7-4621-B596-AD4B314A5BBA}"/>
              </a:ext>
            </a:extLst>
          </p:cNvPr>
          <p:cNvSpPr/>
          <p:nvPr/>
        </p:nvSpPr>
        <p:spPr>
          <a:xfrm>
            <a:off x="4242270"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9" name="Freeform: Shape 11">
            <a:extLst>
              <a:ext uri="{FF2B5EF4-FFF2-40B4-BE49-F238E27FC236}">
                <a16:creationId xmlns:a16="http://schemas.microsoft.com/office/drawing/2014/main" id="{97AC11AD-0EC3-4A2D-9C38-E25CE8CF85FA}"/>
              </a:ext>
            </a:extLst>
          </p:cNvPr>
          <p:cNvSpPr/>
          <p:nvPr/>
        </p:nvSpPr>
        <p:spPr>
          <a:xfrm>
            <a:off x="755400" y="2144056"/>
            <a:ext cx="358299" cy="392782"/>
          </a:xfrm>
          <a:custGeom>
            <a:avLst/>
            <a:gdLst>
              <a:gd name="connsiteX0" fmla="*/ 180180 w 757637"/>
              <a:gd name="connsiteY0" fmla="*/ 0 h 1942712"/>
              <a:gd name="connsiteX1" fmla="*/ 757637 w 757637"/>
              <a:gd name="connsiteY1" fmla="*/ 1199209 h 1942712"/>
              <a:gd name="connsiteX2" fmla="*/ 695845 w 757637"/>
              <a:gd name="connsiteY2" fmla="*/ 1580566 h 1942712"/>
              <a:gd name="connsiteX3" fmla="*/ 470905 w 757637"/>
              <a:gd name="connsiteY3" fmla="*/ 1908890 h 1942712"/>
              <a:gd name="connsiteX4" fmla="*/ 399938 w 757637"/>
              <a:gd name="connsiteY4" fmla="*/ 1942712 h 1942712"/>
              <a:gd name="connsiteX5" fmla="*/ 0 w 757637"/>
              <a:gd name="connsiteY5" fmla="*/ 1112159 h 1942712"/>
              <a:gd name="connsiteX0" fmla="*/ 0 w 757637"/>
              <a:gd name="connsiteY0" fmla="*/ 0 h 830553"/>
              <a:gd name="connsiteX1" fmla="*/ 757637 w 757637"/>
              <a:gd name="connsiteY1" fmla="*/ 87050 h 830553"/>
              <a:gd name="connsiteX2" fmla="*/ 695845 w 757637"/>
              <a:gd name="connsiteY2" fmla="*/ 468407 h 830553"/>
              <a:gd name="connsiteX3" fmla="*/ 470905 w 757637"/>
              <a:gd name="connsiteY3" fmla="*/ 796731 h 830553"/>
              <a:gd name="connsiteX4" fmla="*/ 399938 w 757637"/>
              <a:gd name="connsiteY4" fmla="*/ 830553 h 830553"/>
              <a:gd name="connsiteX5" fmla="*/ 0 w 757637"/>
              <a:gd name="connsiteY5" fmla="*/ 0 h 830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553">
                <a:moveTo>
                  <a:pt x="0" y="0"/>
                </a:moveTo>
                <a:lnTo>
                  <a:pt x="757637" y="87050"/>
                </a:lnTo>
                <a:lnTo>
                  <a:pt x="695845" y="468407"/>
                </a:lnTo>
                <a:cubicBezTo>
                  <a:pt x="672722" y="609838"/>
                  <a:pt x="587696" y="727999"/>
                  <a:pt x="470905" y="796731"/>
                </a:cubicBezTo>
                <a:lnTo>
                  <a:pt x="399938" y="830553"/>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0" name="Freeform: Shape 12">
            <a:extLst>
              <a:ext uri="{FF2B5EF4-FFF2-40B4-BE49-F238E27FC236}">
                <a16:creationId xmlns:a16="http://schemas.microsoft.com/office/drawing/2014/main" id="{CEA6ECC3-4B5B-4CFD-876B-49C4EDC28AA7}"/>
              </a:ext>
            </a:extLst>
          </p:cNvPr>
          <p:cNvSpPr/>
          <p:nvPr/>
        </p:nvSpPr>
        <p:spPr>
          <a:xfrm>
            <a:off x="1645096" y="2138331"/>
            <a:ext cx="358299" cy="397080"/>
          </a:xfrm>
          <a:custGeom>
            <a:avLst/>
            <a:gdLst>
              <a:gd name="connsiteX0" fmla="*/ 180179 w 757637"/>
              <a:gd name="connsiteY0" fmla="*/ 0 h 1951799"/>
              <a:gd name="connsiteX1" fmla="*/ 757637 w 757637"/>
              <a:gd name="connsiteY1" fmla="*/ 1199210 h 1951799"/>
              <a:gd name="connsiteX2" fmla="*/ 693883 w 757637"/>
              <a:gd name="connsiteY2" fmla="*/ 1592673 h 1951799"/>
              <a:gd name="connsiteX3" fmla="*/ 468943 w 757637"/>
              <a:gd name="connsiteY3" fmla="*/ 1920997 h 1951799"/>
              <a:gd name="connsiteX4" fmla="*/ 404313 w 757637"/>
              <a:gd name="connsiteY4" fmla="*/ 1951799 h 1951799"/>
              <a:gd name="connsiteX5" fmla="*/ 0 w 757637"/>
              <a:gd name="connsiteY5" fmla="*/ 1112159 h 1951799"/>
              <a:gd name="connsiteX0" fmla="*/ 0 w 757637"/>
              <a:gd name="connsiteY0" fmla="*/ 0 h 839640"/>
              <a:gd name="connsiteX1" fmla="*/ 757637 w 757637"/>
              <a:gd name="connsiteY1" fmla="*/ 87051 h 839640"/>
              <a:gd name="connsiteX2" fmla="*/ 693883 w 757637"/>
              <a:gd name="connsiteY2" fmla="*/ 480514 h 839640"/>
              <a:gd name="connsiteX3" fmla="*/ 468943 w 757637"/>
              <a:gd name="connsiteY3" fmla="*/ 808838 h 839640"/>
              <a:gd name="connsiteX4" fmla="*/ 404313 w 757637"/>
              <a:gd name="connsiteY4" fmla="*/ 839640 h 839640"/>
              <a:gd name="connsiteX5" fmla="*/ 0 w 757637"/>
              <a:gd name="connsiteY5" fmla="*/ 0 h 8396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9640">
                <a:moveTo>
                  <a:pt x="0" y="0"/>
                </a:moveTo>
                <a:lnTo>
                  <a:pt x="757637" y="87051"/>
                </a:lnTo>
                <a:lnTo>
                  <a:pt x="693883" y="480514"/>
                </a:lnTo>
                <a:cubicBezTo>
                  <a:pt x="670760" y="621945"/>
                  <a:pt x="585734" y="740106"/>
                  <a:pt x="468943" y="808838"/>
                </a:cubicBezTo>
                <a:lnTo>
                  <a:pt x="404313" y="839640"/>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1" name="Freeform: Shape 13">
            <a:extLst>
              <a:ext uri="{FF2B5EF4-FFF2-40B4-BE49-F238E27FC236}">
                <a16:creationId xmlns:a16="http://schemas.microsoft.com/office/drawing/2014/main" id="{34B2965F-02F7-4F16-90ED-08969A033032}"/>
              </a:ext>
            </a:extLst>
          </p:cNvPr>
          <p:cNvSpPr/>
          <p:nvPr/>
        </p:nvSpPr>
        <p:spPr>
          <a:xfrm>
            <a:off x="2536619" y="2143104"/>
            <a:ext cx="358299" cy="393498"/>
          </a:xfrm>
          <a:custGeom>
            <a:avLst/>
            <a:gdLst>
              <a:gd name="connsiteX0" fmla="*/ 180180 w 757637"/>
              <a:gd name="connsiteY0" fmla="*/ 0 h 1944225"/>
              <a:gd name="connsiteX1" fmla="*/ 757637 w 757637"/>
              <a:gd name="connsiteY1" fmla="*/ 1199210 h 1944225"/>
              <a:gd name="connsiteX2" fmla="*/ 695518 w 757637"/>
              <a:gd name="connsiteY2" fmla="*/ 1582581 h 1944225"/>
              <a:gd name="connsiteX3" fmla="*/ 470578 w 757637"/>
              <a:gd name="connsiteY3" fmla="*/ 1910905 h 1944225"/>
              <a:gd name="connsiteX4" fmla="*/ 400666 w 757637"/>
              <a:gd name="connsiteY4" fmla="*/ 1944225 h 1944225"/>
              <a:gd name="connsiteX5" fmla="*/ 0 w 757637"/>
              <a:gd name="connsiteY5" fmla="*/ 1112159 h 1944225"/>
              <a:gd name="connsiteX0" fmla="*/ 0 w 757637"/>
              <a:gd name="connsiteY0" fmla="*/ 0 h 832066"/>
              <a:gd name="connsiteX1" fmla="*/ 757637 w 757637"/>
              <a:gd name="connsiteY1" fmla="*/ 87051 h 832066"/>
              <a:gd name="connsiteX2" fmla="*/ 695518 w 757637"/>
              <a:gd name="connsiteY2" fmla="*/ 470422 h 832066"/>
              <a:gd name="connsiteX3" fmla="*/ 470578 w 757637"/>
              <a:gd name="connsiteY3" fmla="*/ 798746 h 832066"/>
              <a:gd name="connsiteX4" fmla="*/ 400666 w 757637"/>
              <a:gd name="connsiteY4" fmla="*/ 832066 h 832066"/>
              <a:gd name="connsiteX5" fmla="*/ 0 w 757637"/>
              <a:gd name="connsiteY5" fmla="*/ 0 h 832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2066">
                <a:moveTo>
                  <a:pt x="0" y="0"/>
                </a:moveTo>
                <a:lnTo>
                  <a:pt x="757637" y="87051"/>
                </a:lnTo>
                <a:lnTo>
                  <a:pt x="695518" y="470422"/>
                </a:lnTo>
                <a:cubicBezTo>
                  <a:pt x="672395" y="611853"/>
                  <a:pt x="587369" y="730014"/>
                  <a:pt x="470578" y="798746"/>
                </a:cubicBezTo>
                <a:lnTo>
                  <a:pt x="400666" y="832066"/>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2" name="Freeform: Shape 14">
            <a:extLst>
              <a:ext uri="{FF2B5EF4-FFF2-40B4-BE49-F238E27FC236}">
                <a16:creationId xmlns:a16="http://schemas.microsoft.com/office/drawing/2014/main" id="{B3F78951-664E-4A75-80ED-269F44E4CD58}"/>
              </a:ext>
            </a:extLst>
          </p:cNvPr>
          <p:cNvSpPr/>
          <p:nvPr/>
        </p:nvSpPr>
        <p:spPr>
          <a:xfrm>
            <a:off x="3425018" y="2143831"/>
            <a:ext cx="358299" cy="392952"/>
          </a:xfrm>
          <a:custGeom>
            <a:avLst/>
            <a:gdLst>
              <a:gd name="connsiteX0" fmla="*/ 180180 w 757637"/>
              <a:gd name="connsiteY0" fmla="*/ 0 h 1943071"/>
              <a:gd name="connsiteX1" fmla="*/ 757637 w 757637"/>
              <a:gd name="connsiteY1" fmla="*/ 1199209 h 1943071"/>
              <a:gd name="connsiteX2" fmla="*/ 695767 w 757637"/>
              <a:gd name="connsiteY2" fmla="*/ 1581044 h 1943071"/>
              <a:gd name="connsiteX3" fmla="*/ 470827 w 757637"/>
              <a:gd name="connsiteY3" fmla="*/ 1909368 h 1943071"/>
              <a:gd name="connsiteX4" fmla="*/ 400110 w 757637"/>
              <a:gd name="connsiteY4" fmla="*/ 1943071 h 1943071"/>
              <a:gd name="connsiteX5" fmla="*/ 0 w 757637"/>
              <a:gd name="connsiteY5" fmla="*/ 1112159 h 1943071"/>
              <a:gd name="connsiteX0" fmla="*/ 0 w 757637"/>
              <a:gd name="connsiteY0" fmla="*/ 0 h 830912"/>
              <a:gd name="connsiteX1" fmla="*/ 757637 w 757637"/>
              <a:gd name="connsiteY1" fmla="*/ 87050 h 830912"/>
              <a:gd name="connsiteX2" fmla="*/ 695767 w 757637"/>
              <a:gd name="connsiteY2" fmla="*/ 468885 h 830912"/>
              <a:gd name="connsiteX3" fmla="*/ 470827 w 757637"/>
              <a:gd name="connsiteY3" fmla="*/ 797209 h 830912"/>
              <a:gd name="connsiteX4" fmla="*/ 400110 w 757637"/>
              <a:gd name="connsiteY4" fmla="*/ 830912 h 830912"/>
              <a:gd name="connsiteX5" fmla="*/ 0 w 757637"/>
              <a:gd name="connsiteY5" fmla="*/ 0 h 830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912">
                <a:moveTo>
                  <a:pt x="0" y="0"/>
                </a:moveTo>
                <a:lnTo>
                  <a:pt x="757637" y="87050"/>
                </a:lnTo>
                <a:lnTo>
                  <a:pt x="695767" y="468885"/>
                </a:lnTo>
                <a:cubicBezTo>
                  <a:pt x="672644" y="610316"/>
                  <a:pt x="587618" y="728477"/>
                  <a:pt x="470827" y="797209"/>
                </a:cubicBezTo>
                <a:lnTo>
                  <a:pt x="400110" y="830912"/>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3" name="Freeform: Shape 15">
            <a:extLst>
              <a:ext uri="{FF2B5EF4-FFF2-40B4-BE49-F238E27FC236}">
                <a16:creationId xmlns:a16="http://schemas.microsoft.com/office/drawing/2014/main" id="{6759C065-224A-4D2A-B325-0566CEAC7923}"/>
              </a:ext>
            </a:extLst>
          </p:cNvPr>
          <p:cNvSpPr/>
          <p:nvPr/>
        </p:nvSpPr>
        <p:spPr>
          <a:xfrm>
            <a:off x="4308869" y="2140359"/>
            <a:ext cx="358299" cy="395558"/>
          </a:xfrm>
          <a:custGeom>
            <a:avLst/>
            <a:gdLst>
              <a:gd name="connsiteX0" fmla="*/ 180180 w 757637"/>
              <a:gd name="connsiteY0" fmla="*/ 0 h 1948581"/>
              <a:gd name="connsiteX1" fmla="*/ 757637 w 757637"/>
              <a:gd name="connsiteY1" fmla="*/ 1199210 h 1948581"/>
              <a:gd name="connsiteX2" fmla="*/ 694578 w 757637"/>
              <a:gd name="connsiteY2" fmla="*/ 1588385 h 1948581"/>
              <a:gd name="connsiteX3" fmla="*/ 469638 w 757637"/>
              <a:gd name="connsiteY3" fmla="*/ 1916709 h 1948581"/>
              <a:gd name="connsiteX4" fmla="*/ 402763 w 757637"/>
              <a:gd name="connsiteY4" fmla="*/ 1948581 h 1948581"/>
              <a:gd name="connsiteX5" fmla="*/ 0 w 757637"/>
              <a:gd name="connsiteY5" fmla="*/ 1112160 h 1948581"/>
              <a:gd name="connsiteX0" fmla="*/ 0 w 757637"/>
              <a:gd name="connsiteY0" fmla="*/ 0 h 836421"/>
              <a:gd name="connsiteX1" fmla="*/ 757637 w 757637"/>
              <a:gd name="connsiteY1" fmla="*/ 87050 h 836421"/>
              <a:gd name="connsiteX2" fmla="*/ 694578 w 757637"/>
              <a:gd name="connsiteY2" fmla="*/ 476225 h 836421"/>
              <a:gd name="connsiteX3" fmla="*/ 469638 w 757637"/>
              <a:gd name="connsiteY3" fmla="*/ 804549 h 836421"/>
              <a:gd name="connsiteX4" fmla="*/ 402763 w 757637"/>
              <a:gd name="connsiteY4" fmla="*/ 836421 h 836421"/>
              <a:gd name="connsiteX5" fmla="*/ 0 w 757637"/>
              <a:gd name="connsiteY5" fmla="*/ 0 h 836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6421">
                <a:moveTo>
                  <a:pt x="0" y="0"/>
                </a:moveTo>
                <a:lnTo>
                  <a:pt x="757637" y="87050"/>
                </a:lnTo>
                <a:lnTo>
                  <a:pt x="694578" y="476225"/>
                </a:lnTo>
                <a:cubicBezTo>
                  <a:pt x="671455" y="617656"/>
                  <a:pt x="586429" y="735817"/>
                  <a:pt x="469638" y="804549"/>
                </a:cubicBezTo>
                <a:lnTo>
                  <a:pt x="402763" y="836421"/>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4" name="Shape">
            <a:extLst>
              <a:ext uri="{FF2B5EF4-FFF2-40B4-BE49-F238E27FC236}">
                <a16:creationId xmlns:a16="http://schemas.microsoft.com/office/drawing/2014/main" id="{88C69627-7EA4-403E-A47E-7DB46458E32A}"/>
              </a:ext>
            </a:extLst>
          </p:cNvPr>
          <p:cNvSpPr/>
          <p:nvPr/>
        </p:nvSpPr>
        <p:spPr>
          <a:xfrm>
            <a:off x="660207" y="1618209"/>
            <a:ext cx="615471"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5" name="Shape">
            <a:extLst>
              <a:ext uri="{FF2B5EF4-FFF2-40B4-BE49-F238E27FC236}">
                <a16:creationId xmlns:a16="http://schemas.microsoft.com/office/drawing/2014/main" id="{B7D10978-8629-4BEE-829A-5DD4AB7FFCB9}"/>
              </a:ext>
            </a:extLst>
          </p:cNvPr>
          <p:cNvSpPr/>
          <p:nvPr/>
        </p:nvSpPr>
        <p:spPr>
          <a:xfrm>
            <a:off x="708863" y="1666866"/>
            <a:ext cx="524903"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6" name="Shape">
            <a:extLst>
              <a:ext uri="{FF2B5EF4-FFF2-40B4-BE49-F238E27FC236}">
                <a16:creationId xmlns:a16="http://schemas.microsoft.com/office/drawing/2014/main" id="{2C885619-9C30-46E2-A419-76C805B46C11}"/>
              </a:ext>
            </a:extLst>
          </p:cNvPr>
          <p:cNvSpPr/>
          <p:nvPr/>
        </p:nvSpPr>
        <p:spPr>
          <a:xfrm>
            <a:off x="1558706" y="1618209"/>
            <a:ext cx="615471"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4"/>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7" name="Shape">
            <a:extLst>
              <a:ext uri="{FF2B5EF4-FFF2-40B4-BE49-F238E27FC236}">
                <a16:creationId xmlns:a16="http://schemas.microsoft.com/office/drawing/2014/main" id="{A8C3DDD8-8961-4C4F-AB44-C15CF0584F61}"/>
              </a:ext>
            </a:extLst>
          </p:cNvPr>
          <p:cNvSpPr/>
          <p:nvPr/>
        </p:nvSpPr>
        <p:spPr>
          <a:xfrm>
            <a:off x="1597631"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8" name="Shape">
            <a:extLst>
              <a:ext uri="{FF2B5EF4-FFF2-40B4-BE49-F238E27FC236}">
                <a16:creationId xmlns:a16="http://schemas.microsoft.com/office/drawing/2014/main" id="{8B721E62-B4F9-4737-B536-FA4ECED063AF}"/>
              </a:ext>
            </a:extLst>
          </p:cNvPr>
          <p:cNvSpPr/>
          <p:nvPr/>
        </p:nvSpPr>
        <p:spPr>
          <a:xfrm>
            <a:off x="2444247"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9" name="Shape">
            <a:extLst>
              <a:ext uri="{FF2B5EF4-FFF2-40B4-BE49-F238E27FC236}">
                <a16:creationId xmlns:a16="http://schemas.microsoft.com/office/drawing/2014/main" id="{B827F09D-5048-4FBB-B2C8-6164B6263CDB}"/>
              </a:ext>
            </a:extLst>
          </p:cNvPr>
          <p:cNvSpPr/>
          <p:nvPr/>
        </p:nvSpPr>
        <p:spPr>
          <a:xfrm>
            <a:off x="2483172"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0" name="Shape">
            <a:extLst>
              <a:ext uri="{FF2B5EF4-FFF2-40B4-BE49-F238E27FC236}">
                <a16:creationId xmlns:a16="http://schemas.microsoft.com/office/drawing/2014/main" id="{85BAA661-C50E-45C9-98DC-EF9EA004A0F7}"/>
              </a:ext>
            </a:extLst>
          </p:cNvPr>
          <p:cNvSpPr/>
          <p:nvPr/>
        </p:nvSpPr>
        <p:spPr>
          <a:xfrm>
            <a:off x="3329788"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1" name="Shape">
            <a:extLst>
              <a:ext uri="{FF2B5EF4-FFF2-40B4-BE49-F238E27FC236}">
                <a16:creationId xmlns:a16="http://schemas.microsoft.com/office/drawing/2014/main" id="{5ED99607-A1BD-454A-B43A-B6EB39757194}"/>
              </a:ext>
            </a:extLst>
          </p:cNvPr>
          <p:cNvSpPr/>
          <p:nvPr/>
        </p:nvSpPr>
        <p:spPr>
          <a:xfrm>
            <a:off x="3378444"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2" name="Shape">
            <a:extLst>
              <a:ext uri="{FF2B5EF4-FFF2-40B4-BE49-F238E27FC236}">
                <a16:creationId xmlns:a16="http://schemas.microsoft.com/office/drawing/2014/main" id="{BEA136D6-9708-47D9-AF33-F0619929B7B3}"/>
              </a:ext>
            </a:extLst>
          </p:cNvPr>
          <p:cNvSpPr/>
          <p:nvPr/>
        </p:nvSpPr>
        <p:spPr>
          <a:xfrm>
            <a:off x="4215329"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3" name="Shape">
            <a:extLst>
              <a:ext uri="{FF2B5EF4-FFF2-40B4-BE49-F238E27FC236}">
                <a16:creationId xmlns:a16="http://schemas.microsoft.com/office/drawing/2014/main" id="{FB413190-DA43-4EA0-BCD9-C0AA91811A86}"/>
              </a:ext>
            </a:extLst>
          </p:cNvPr>
          <p:cNvSpPr/>
          <p:nvPr/>
        </p:nvSpPr>
        <p:spPr>
          <a:xfrm>
            <a:off x="1373813"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4" name="Shape">
            <a:extLst>
              <a:ext uri="{FF2B5EF4-FFF2-40B4-BE49-F238E27FC236}">
                <a16:creationId xmlns:a16="http://schemas.microsoft.com/office/drawing/2014/main" id="{61A7A11A-8E4D-41A2-B144-D7D2348A6D87}"/>
              </a:ext>
            </a:extLst>
          </p:cNvPr>
          <p:cNvSpPr/>
          <p:nvPr/>
        </p:nvSpPr>
        <p:spPr>
          <a:xfrm>
            <a:off x="2259354"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424" y="-679"/>
                  <a:pt x="-573" y="654"/>
                  <a:pt x="153" y="1988"/>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5" name="Shape">
            <a:extLst>
              <a:ext uri="{FF2B5EF4-FFF2-40B4-BE49-F238E27FC236}">
                <a16:creationId xmlns:a16="http://schemas.microsoft.com/office/drawing/2014/main" id="{038883AB-6AE8-4497-9ED8-AB3B3374E65C}"/>
              </a:ext>
            </a:extLst>
          </p:cNvPr>
          <p:cNvSpPr/>
          <p:nvPr/>
        </p:nvSpPr>
        <p:spPr>
          <a:xfrm>
            <a:off x="3144895"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6" name="Shape">
            <a:extLst>
              <a:ext uri="{FF2B5EF4-FFF2-40B4-BE49-F238E27FC236}">
                <a16:creationId xmlns:a16="http://schemas.microsoft.com/office/drawing/2014/main" id="{B99A1FA0-A010-4089-B620-EA58003D3EB5}"/>
              </a:ext>
            </a:extLst>
          </p:cNvPr>
          <p:cNvSpPr/>
          <p:nvPr/>
        </p:nvSpPr>
        <p:spPr>
          <a:xfrm>
            <a:off x="4030435"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7" name="TextBox 29">
            <a:extLst>
              <a:ext uri="{FF2B5EF4-FFF2-40B4-BE49-F238E27FC236}">
                <a16:creationId xmlns:a16="http://schemas.microsoft.com/office/drawing/2014/main" id="{32099392-CB3D-48D7-B5C7-FECAF3B52D26}"/>
              </a:ext>
            </a:extLst>
          </p:cNvPr>
          <p:cNvSpPr txBox="1"/>
          <p:nvPr/>
        </p:nvSpPr>
        <p:spPr>
          <a:xfrm>
            <a:off x="789990" y="1795910"/>
            <a:ext cx="369613" cy="276999"/>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01</a:t>
            </a:r>
          </a:p>
        </p:txBody>
      </p:sp>
      <p:sp>
        <p:nvSpPr>
          <p:cNvPr id="78" name="TextBox 30">
            <a:extLst>
              <a:ext uri="{FF2B5EF4-FFF2-40B4-BE49-F238E27FC236}">
                <a16:creationId xmlns:a16="http://schemas.microsoft.com/office/drawing/2014/main" id="{58C1ED4E-EB04-466A-ACDC-A476C4D1249B}"/>
              </a:ext>
            </a:extLst>
          </p:cNvPr>
          <p:cNvSpPr txBox="1"/>
          <p:nvPr/>
        </p:nvSpPr>
        <p:spPr>
          <a:xfrm>
            <a:off x="1720269" y="1323879"/>
            <a:ext cx="487650" cy="237886"/>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endParaRPr lang="en-US" sz="946" b="1">
              <a:solidFill>
                <a:schemeClr val="tx1">
                  <a:lumMod val="85000"/>
                  <a:lumOff val="15000"/>
                </a:schemeClr>
              </a:solidFill>
            </a:endParaRPr>
          </a:p>
        </p:txBody>
      </p:sp>
      <p:sp>
        <p:nvSpPr>
          <p:cNvPr id="79" name="TextBox 31">
            <a:extLst>
              <a:ext uri="{FF2B5EF4-FFF2-40B4-BE49-F238E27FC236}">
                <a16:creationId xmlns:a16="http://schemas.microsoft.com/office/drawing/2014/main" id="{5E996A40-3223-46E1-93DD-66D32651F58A}"/>
              </a:ext>
            </a:extLst>
          </p:cNvPr>
          <p:cNvSpPr txBox="1"/>
          <p:nvPr/>
        </p:nvSpPr>
        <p:spPr>
          <a:xfrm>
            <a:off x="2576516" y="1785961"/>
            <a:ext cx="337975" cy="261610"/>
          </a:xfrm>
          <a:prstGeom prst="rect">
            <a:avLst/>
          </a:prstGeom>
          <a:solidFill>
            <a:schemeClr val="bg2"/>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dirty="0"/>
              <a:t>03</a:t>
            </a:r>
          </a:p>
        </p:txBody>
      </p:sp>
      <p:grpSp>
        <p:nvGrpSpPr>
          <p:cNvPr id="81" name="Group 33">
            <a:extLst>
              <a:ext uri="{FF2B5EF4-FFF2-40B4-BE49-F238E27FC236}">
                <a16:creationId xmlns:a16="http://schemas.microsoft.com/office/drawing/2014/main" id="{E4005E55-4396-49A0-913A-BFD58F4F47DA}"/>
              </a:ext>
            </a:extLst>
          </p:cNvPr>
          <p:cNvGrpSpPr/>
          <p:nvPr/>
        </p:nvGrpSpPr>
        <p:grpSpPr>
          <a:xfrm>
            <a:off x="245275" y="2643365"/>
            <a:ext cx="1089430" cy="400403"/>
            <a:chOff x="332933" y="2620027"/>
            <a:chExt cx="2926083" cy="846667"/>
          </a:xfrm>
        </p:grpSpPr>
        <p:sp>
          <p:nvSpPr>
            <p:cNvPr id="82" name="TextBox 34">
              <a:extLst>
                <a:ext uri="{FF2B5EF4-FFF2-40B4-BE49-F238E27FC236}">
                  <a16:creationId xmlns:a16="http://schemas.microsoft.com/office/drawing/2014/main" id="{BD52D18C-5980-4D79-85F9-4044B5BB0AB7}"/>
                </a:ext>
              </a:extLst>
            </p:cNvPr>
            <p:cNvSpPr txBox="1"/>
            <p:nvPr/>
          </p:nvSpPr>
          <p:spPr>
            <a:xfrm>
              <a:off x="332933" y="2620027"/>
              <a:ext cx="2926080" cy="564573"/>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noProof="1"/>
                <a:t>Operative Context</a:t>
              </a:r>
            </a:p>
          </p:txBody>
        </p:sp>
        <p:sp>
          <p:nvSpPr>
            <p:cNvPr id="83" name="TextBox 35">
              <a:extLst>
                <a:ext uri="{FF2B5EF4-FFF2-40B4-BE49-F238E27FC236}">
                  <a16:creationId xmlns:a16="http://schemas.microsoft.com/office/drawing/2014/main" id="{B257DF70-39A9-40E4-A05E-9262A5B97C84}"/>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84" name="TextBox 36">
            <a:extLst>
              <a:ext uri="{FF2B5EF4-FFF2-40B4-BE49-F238E27FC236}">
                <a16:creationId xmlns:a16="http://schemas.microsoft.com/office/drawing/2014/main" id="{BC7D07EF-05AB-4A99-8258-3FA39D4999DB}"/>
              </a:ext>
            </a:extLst>
          </p:cNvPr>
          <p:cNvSpPr txBox="1"/>
          <p:nvPr/>
        </p:nvSpPr>
        <p:spPr>
          <a:xfrm>
            <a:off x="2254621" y="2684594"/>
            <a:ext cx="1448954" cy="22576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dirty="0">
                <a:solidFill>
                  <a:srgbClr val="3B3535"/>
                </a:solidFill>
                <a:ea typeface="Sora Semi Bold" pitchFamily="34" charset="-122"/>
                <a:cs typeface="Sora Semi Bold" pitchFamily="34" charset="-120"/>
              </a:rPr>
              <a:t>Proposed System</a:t>
            </a:r>
          </a:p>
        </p:txBody>
      </p:sp>
      <p:sp>
        <p:nvSpPr>
          <p:cNvPr id="85" name="TextBox 38">
            <a:extLst>
              <a:ext uri="{FF2B5EF4-FFF2-40B4-BE49-F238E27FC236}">
                <a16:creationId xmlns:a16="http://schemas.microsoft.com/office/drawing/2014/main" id="{E42B35C2-3CD7-4F10-A5FE-450782541781}"/>
              </a:ext>
            </a:extLst>
          </p:cNvPr>
          <p:cNvSpPr txBox="1"/>
          <p:nvPr/>
        </p:nvSpPr>
        <p:spPr>
          <a:xfrm>
            <a:off x="4245974" y="2588081"/>
            <a:ext cx="1089429" cy="482248"/>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dirty="0">
                <a:solidFill>
                  <a:srgbClr val="3B3535"/>
                </a:solidFill>
                <a:ea typeface="Sora Semi Bold" pitchFamily="34" charset="-122"/>
                <a:cs typeface="Sora Semi Bold" pitchFamily="34" charset="-120"/>
              </a:rPr>
              <a:t>Conclusions, Limitations and Future Work</a:t>
            </a:r>
            <a:endParaRPr lang="en-US" sz="1100" dirty="0"/>
          </a:p>
        </p:txBody>
      </p:sp>
      <p:grpSp>
        <p:nvGrpSpPr>
          <p:cNvPr id="86" name="Group 40">
            <a:extLst>
              <a:ext uri="{FF2B5EF4-FFF2-40B4-BE49-F238E27FC236}">
                <a16:creationId xmlns:a16="http://schemas.microsoft.com/office/drawing/2014/main" id="{96770F31-3FB1-47AE-A26A-53677CD4D272}"/>
              </a:ext>
            </a:extLst>
          </p:cNvPr>
          <p:cNvGrpSpPr/>
          <p:nvPr/>
        </p:nvGrpSpPr>
        <p:grpSpPr>
          <a:xfrm>
            <a:off x="1482835" y="722003"/>
            <a:ext cx="1376480" cy="640848"/>
            <a:chOff x="332936" y="2111597"/>
            <a:chExt cx="3697066" cy="1355097"/>
          </a:xfrm>
        </p:grpSpPr>
        <p:sp>
          <p:nvSpPr>
            <p:cNvPr id="87" name="TextBox 41">
              <a:extLst>
                <a:ext uri="{FF2B5EF4-FFF2-40B4-BE49-F238E27FC236}">
                  <a16:creationId xmlns:a16="http://schemas.microsoft.com/office/drawing/2014/main" id="{EB7047E6-DD19-490A-A543-09EB02CE4840}"/>
                </a:ext>
              </a:extLst>
            </p:cNvPr>
            <p:cNvSpPr txBox="1"/>
            <p:nvPr/>
          </p:nvSpPr>
          <p:spPr>
            <a:xfrm>
              <a:off x="457679" y="2111597"/>
              <a:ext cx="3572323" cy="91112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r>
                <a:rPr lang="en-US" sz="1100" b="1" dirty="0">
                  <a:latin typeface="+mj-lt"/>
                  <a:ea typeface="Calibri"/>
                  <a:cs typeface="Calibri"/>
                </a:rPr>
                <a:t>Foundation and Existing Approaches</a:t>
              </a:r>
              <a:endParaRPr lang="en-US" sz="1100" b="1" dirty="0">
                <a:latin typeface="+mj-lt"/>
              </a:endParaRPr>
            </a:p>
          </p:txBody>
        </p:sp>
        <p:sp>
          <p:nvSpPr>
            <p:cNvPr id="88" name="TextBox 42">
              <a:extLst>
                <a:ext uri="{FF2B5EF4-FFF2-40B4-BE49-F238E27FC236}">
                  <a16:creationId xmlns:a16="http://schemas.microsoft.com/office/drawing/2014/main" id="{4E88C763-99A0-4FDB-AE4D-658DF252245F}"/>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89" name="TextBox 43">
            <a:extLst>
              <a:ext uri="{FF2B5EF4-FFF2-40B4-BE49-F238E27FC236}">
                <a16:creationId xmlns:a16="http://schemas.microsoft.com/office/drawing/2014/main" id="{CEDCAD10-921D-400D-BE21-9E0F19DD074B}"/>
              </a:ext>
            </a:extLst>
          </p:cNvPr>
          <p:cNvSpPr txBox="1"/>
          <p:nvPr/>
        </p:nvSpPr>
        <p:spPr>
          <a:xfrm>
            <a:off x="3438475" y="1803604"/>
            <a:ext cx="362694" cy="261610"/>
          </a:xfrm>
          <a:prstGeom prst="rect">
            <a:avLst/>
          </a:prstGeom>
          <a:solidFill>
            <a:schemeClr val="bg2"/>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solidFill>
                  <a:schemeClr val="tx1">
                    <a:lumMod val="85000"/>
                    <a:lumOff val="15000"/>
                  </a:schemeClr>
                </a:solidFill>
              </a:rPr>
              <a:t>04</a:t>
            </a:r>
          </a:p>
        </p:txBody>
      </p:sp>
      <p:sp>
        <p:nvSpPr>
          <p:cNvPr id="90" name="Shape">
            <a:extLst>
              <a:ext uri="{FF2B5EF4-FFF2-40B4-BE49-F238E27FC236}">
                <a16:creationId xmlns:a16="http://schemas.microsoft.com/office/drawing/2014/main" id="{20AB7A13-87F2-4FEB-8F9D-46FA11A02530}"/>
              </a:ext>
            </a:extLst>
          </p:cNvPr>
          <p:cNvSpPr/>
          <p:nvPr/>
        </p:nvSpPr>
        <p:spPr>
          <a:xfrm>
            <a:off x="4256159" y="1673443"/>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05</a:t>
            </a:r>
          </a:p>
        </p:txBody>
      </p:sp>
      <p:sp>
        <p:nvSpPr>
          <p:cNvPr id="91" name="TextBox 45">
            <a:extLst>
              <a:ext uri="{FF2B5EF4-FFF2-40B4-BE49-F238E27FC236}">
                <a16:creationId xmlns:a16="http://schemas.microsoft.com/office/drawing/2014/main" id="{6D9C1BC3-A854-409C-9817-7C1F5D3C5DEE}"/>
              </a:ext>
            </a:extLst>
          </p:cNvPr>
          <p:cNvSpPr txBox="1"/>
          <p:nvPr/>
        </p:nvSpPr>
        <p:spPr>
          <a:xfrm>
            <a:off x="1687762" y="1811299"/>
            <a:ext cx="337975" cy="261610"/>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02</a:t>
            </a:r>
          </a:p>
        </p:txBody>
      </p:sp>
      <p:sp>
        <p:nvSpPr>
          <p:cNvPr id="92" name="TextBox 46">
            <a:extLst>
              <a:ext uri="{FF2B5EF4-FFF2-40B4-BE49-F238E27FC236}">
                <a16:creationId xmlns:a16="http://schemas.microsoft.com/office/drawing/2014/main" id="{ED86F850-1143-4A80-BD07-BAF2B5856991}"/>
              </a:ext>
            </a:extLst>
          </p:cNvPr>
          <p:cNvSpPr txBox="1"/>
          <p:nvPr/>
        </p:nvSpPr>
        <p:spPr>
          <a:xfrm>
            <a:off x="3351778" y="896614"/>
            <a:ext cx="1490370" cy="225767"/>
          </a:xfrm>
          <a:prstGeom prst="rect">
            <a:avLst/>
          </a:prstGeom>
          <a:noFill/>
        </p:spPr>
        <p:txBody>
          <a:bodyPr wrap="square">
            <a:spAutoFit/>
          </a:bodyPr>
          <a:lstStyle/>
          <a:p>
            <a:pPr>
              <a:lnSpc>
                <a:spcPts val="1044"/>
              </a:lnSpc>
            </a:pPr>
            <a:r>
              <a:rPr lang="en-US" sz="1100" dirty="0">
                <a:solidFill>
                  <a:srgbClr val="3B3535"/>
                </a:solidFill>
                <a:latin typeface="+mn-lt"/>
                <a:ea typeface="Sora Semi Bold" pitchFamily="34" charset="-122"/>
                <a:cs typeface="Sora Semi Bold" pitchFamily="34" charset="-120"/>
              </a:rPr>
              <a:t>System Evaluation</a:t>
            </a:r>
            <a:endParaRPr lang="en-US" sz="1100" dirty="0">
              <a:latin typeface="+mn-lt"/>
            </a:endParaRPr>
          </a:p>
        </p:txBody>
      </p:sp>
      <p:sp>
        <p:nvSpPr>
          <p:cNvPr id="47" name="Shape">
            <a:extLst>
              <a:ext uri="{FF2B5EF4-FFF2-40B4-BE49-F238E27FC236}">
                <a16:creationId xmlns:a16="http://schemas.microsoft.com/office/drawing/2014/main" id="{29463D4E-D343-475F-9E1C-B1D5B2970758}"/>
              </a:ext>
            </a:extLst>
          </p:cNvPr>
          <p:cNvSpPr/>
          <p:nvPr/>
        </p:nvSpPr>
        <p:spPr>
          <a:xfrm>
            <a:off x="2477002"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93" name="Shape">
            <a:extLst>
              <a:ext uri="{FF2B5EF4-FFF2-40B4-BE49-F238E27FC236}">
                <a16:creationId xmlns:a16="http://schemas.microsoft.com/office/drawing/2014/main" id="{69710625-0FEC-40D5-BD8E-157A8F75C2FE}"/>
              </a:ext>
            </a:extLst>
          </p:cNvPr>
          <p:cNvSpPr/>
          <p:nvPr/>
        </p:nvSpPr>
        <p:spPr>
          <a:xfrm>
            <a:off x="3372274"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94" name="TextBox 31">
            <a:extLst>
              <a:ext uri="{FF2B5EF4-FFF2-40B4-BE49-F238E27FC236}">
                <a16:creationId xmlns:a16="http://schemas.microsoft.com/office/drawing/2014/main" id="{F42E83AA-3769-4E0D-A89B-96FC97115CF7}"/>
              </a:ext>
            </a:extLst>
          </p:cNvPr>
          <p:cNvSpPr txBox="1"/>
          <p:nvPr/>
        </p:nvSpPr>
        <p:spPr>
          <a:xfrm>
            <a:off x="2570346" y="1785961"/>
            <a:ext cx="337975"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dirty="0"/>
              <a:t>03</a:t>
            </a:r>
          </a:p>
        </p:txBody>
      </p:sp>
      <p:sp>
        <p:nvSpPr>
          <p:cNvPr id="95" name="TextBox 43">
            <a:extLst>
              <a:ext uri="{FF2B5EF4-FFF2-40B4-BE49-F238E27FC236}">
                <a16:creationId xmlns:a16="http://schemas.microsoft.com/office/drawing/2014/main" id="{F24582C4-9490-45F2-B452-6BD6BD3148F6}"/>
              </a:ext>
            </a:extLst>
          </p:cNvPr>
          <p:cNvSpPr txBox="1"/>
          <p:nvPr/>
        </p:nvSpPr>
        <p:spPr>
          <a:xfrm>
            <a:off x="3432305" y="1803604"/>
            <a:ext cx="362694"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solidFill>
                  <a:schemeClr val="tx1">
                    <a:lumMod val="85000"/>
                    <a:lumOff val="15000"/>
                  </a:schemeClr>
                </a:solidFill>
              </a:rPr>
              <a:t>04</a:t>
            </a:r>
          </a:p>
        </p:txBody>
      </p:sp>
      <p:sp>
        <p:nvSpPr>
          <p:cNvPr id="96" name="Shape">
            <a:extLst>
              <a:ext uri="{FF2B5EF4-FFF2-40B4-BE49-F238E27FC236}">
                <a16:creationId xmlns:a16="http://schemas.microsoft.com/office/drawing/2014/main" id="{8496EB34-C1CC-42A2-91E1-0A96C11841A1}"/>
              </a:ext>
            </a:extLst>
          </p:cNvPr>
          <p:cNvSpPr/>
          <p:nvPr/>
        </p:nvSpPr>
        <p:spPr>
          <a:xfrm>
            <a:off x="4249989" y="1673443"/>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05</a:t>
            </a:r>
          </a:p>
        </p:txBody>
      </p:sp>
    </p:spTree>
    <p:extLst>
      <p:ext uri="{BB962C8B-B14F-4D97-AF65-F5344CB8AC3E}">
        <p14:creationId xmlns:p14="http://schemas.microsoft.com/office/powerpoint/2010/main" val="826483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A15520-A692-2428-37BF-BE781BB5C1FD}"/>
              </a:ext>
            </a:extLst>
          </p:cNvPr>
          <p:cNvSpPr txBox="1"/>
          <p:nvPr/>
        </p:nvSpPr>
        <p:spPr>
          <a:xfrm>
            <a:off x="1318003" y="188368"/>
            <a:ext cx="392474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dirty="0">
                <a:solidFill>
                  <a:srgbClr val="812433"/>
                </a:solidFill>
                <a:latin typeface="Calibri"/>
                <a:ea typeface="Calibri"/>
                <a:cs typeface="Calibri"/>
              </a:rPr>
              <a:t>Current SOTA for DSS in space missions</a:t>
            </a:r>
            <a:endParaRPr lang="en-US" dirty="0"/>
          </a:p>
        </p:txBody>
      </p:sp>
      <p:sp>
        <p:nvSpPr>
          <p:cNvPr id="3" name="Rettangolo con angoli arrotondati 2">
            <a:extLst>
              <a:ext uri="{FF2B5EF4-FFF2-40B4-BE49-F238E27FC236}">
                <a16:creationId xmlns:a16="http://schemas.microsoft.com/office/drawing/2014/main" id="{CE6616CA-366A-4F42-8A3A-938A0B000489}"/>
              </a:ext>
            </a:extLst>
          </p:cNvPr>
          <p:cNvSpPr/>
          <p:nvPr/>
        </p:nvSpPr>
        <p:spPr>
          <a:xfrm>
            <a:off x="708843" y="835025"/>
            <a:ext cx="2139950" cy="1225550"/>
          </a:xfrm>
          <a:prstGeom prst="roundRect">
            <a:avLst/>
          </a:prstGeom>
          <a:solidFill>
            <a:srgbClr val="8F3432">
              <a:alpha val="20000"/>
            </a:srgb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5" name="CasellaDiTesto 4">
            <a:extLst>
              <a:ext uri="{FF2B5EF4-FFF2-40B4-BE49-F238E27FC236}">
                <a16:creationId xmlns:a16="http://schemas.microsoft.com/office/drawing/2014/main" id="{24E49A34-0609-4488-8E05-49BE070187A0}"/>
              </a:ext>
            </a:extLst>
          </p:cNvPr>
          <p:cNvSpPr txBox="1"/>
          <p:nvPr/>
        </p:nvSpPr>
        <p:spPr>
          <a:xfrm>
            <a:off x="765993" y="909191"/>
            <a:ext cx="1962150" cy="1231106"/>
          </a:xfrm>
          <a:prstGeom prst="rect">
            <a:avLst/>
          </a:prstGeom>
          <a:noFill/>
        </p:spPr>
        <p:txBody>
          <a:bodyPr wrap="square" rtlCol="0">
            <a:spAutoFit/>
          </a:bodyPr>
          <a:lstStyle/>
          <a:p>
            <a:pPr algn="ctr">
              <a:spcAft>
                <a:spcPts val="300"/>
              </a:spcAft>
            </a:pPr>
            <a:r>
              <a:rPr lang="it-IT" sz="800" b="1" dirty="0" err="1">
                <a:solidFill>
                  <a:schemeClr val="tx1"/>
                </a:solidFill>
                <a:latin typeface="+mn-lt"/>
              </a:rPr>
              <a:t>Kaisheng</a:t>
            </a:r>
            <a:r>
              <a:rPr lang="it-IT" sz="800" b="1" dirty="0">
                <a:solidFill>
                  <a:schemeClr val="tx1"/>
                </a:solidFill>
                <a:latin typeface="+mn-lt"/>
              </a:rPr>
              <a:t> et al. | </a:t>
            </a:r>
            <a:r>
              <a:rPr lang="it-IT" sz="800" b="1" dirty="0" err="1">
                <a:solidFill>
                  <a:schemeClr val="tx1"/>
                </a:solidFill>
                <a:latin typeface="+mn-lt"/>
              </a:rPr>
              <a:t>Autonomous</a:t>
            </a:r>
            <a:r>
              <a:rPr lang="it-IT" sz="800" b="1" dirty="0">
                <a:solidFill>
                  <a:schemeClr val="tx1"/>
                </a:solidFill>
                <a:latin typeface="+mn-lt"/>
              </a:rPr>
              <a:t> EVA [2026] </a:t>
            </a:r>
          </a:p>
          <a:p>
            <a:pPr algn="ctr"/>
            <a:endParaRPr lang="it-IT" sz="800" dirty="0">
              <a:solidFill>
                <a:schemeClr val="tx1"/>
              </a:solidFill>
              <a:latin typeface="+mn-lt"/>
            </a:endParaRPr>
          </a:p>
          <a:p>
            <a:pPr marL="171450" indent="-171450" algn="ctr">
              <a:spcAft>
                <a:spcPts val="300"/>
              </a:spcAft>
              <a:buFont typeface="Arial" panose="020B0604020202020204" pitchFamily="34" charset="0"/>
              <a:buChar char="•"/>
            </a:pPr>
            <a:r>
              <a:rPr lang="it-IT" sz="800" dirty="0">
                <a:solidFill>
                  <a:schemeClr val="tx1"/>
                </a:solidFill>
                <a:latin typeface="+mn-lt"/>
              </a:rPr>
              <a:t>Earth-</a:t>
            </a:r>
            <a:r>
              <a:rPr lang="it-IT" sz="800" dirty="0" err="1">
                <a:solidFill>
                  <a:schemeClr val="tx1"/>
                </a:solidFill>
                <a:latin typeface="+mn-lt"/>
              </a:rPr>
              <a:t>independent</a:t>
            </a:r>
            <a:r>
              <a:rPr lang="it-IT" sz="800" dirty="0">
                <a:solidFill>
                  <a:schemeClr val="tx1"/>
                </a:solidFill>
                <a:latin typeface="+mn-lt"/>
              </a:rPr>
              <a:t> DSS for</a:t>
            </a:r>
            <a:r>
              <a:rPr lang="it-IT" sz="800" b="1" dirty="0">
                <a:solidFill>
                  <a:schemeClr val="tx1"/>
                </a:solidFill>
                <a:latin typeface="+mn-lt"/>
              </a:rPr>
              <a:t> deep </a:t>
            </a:r>
            <a:r>
              <a:rPr lang="it-IT" sz="800" b="1" dirty="0" err="1">
                <a:solidFill>
                  <a:schemeClr val="tx1"/>
                </a:solidFill>
                <a:latin typeface="+mn-lt"/>
              </a:rPr>
              <a:t>space</a:t>
            </a:r>
            <a:r>
              <a:rPr lang="it-IT" sz="800" b="1" dirty="0">
                <a:solidFill>
                  <a:schemeClr val="tx1"/>
                </a:solidFill>
                <a:latin typeface="+mn-lt"/>
              </a:rPr>
              <a:t> </a:t>
            </a:r>
            <a:r>
              <a:rPr lang="it-IT" sz="800" b="1" dirty="0" err="1">
                <a:solidFill>
                  <a:schemeClr val="tx1"/>
                </a:solidFill>
                <a:latin typeface="+mn-lt"/>
              </a:rPr>
              <a:t>operations</a:t>
            </a:r>
            <a:r>
              <a:rPr lang="it-IT" sz="800" dirty="0">
                <a:solidFill>
                  <a:schemeClr val="tx1"/>
                </a:solidFill>
                <a:latin typeface="+mn-lt"/>
              </a:rPr>
              <a:t>.</a:t>
            </a:r>
          </a:p>
          <a:p>
            <a:pPr marL="171450" indent="-171450" algn="ctr">
              <a:spcAft>
                <a:spcPts val="300"/>
              </a:spcAft>
              <a:buFont typeface="Arial" panose="020B0604020202020204" pitchFamily="34" charset="0"/>
              <a:buChar char="•"/>
            </a:pPr>
            <a:r>
              <a:rPr lang="it-IT" sz="800" dirty="0" err="1">
                <a:solidFill>
                  <a:schemeClr val="tx1"/>
                </a:solidFill>
                <a:latin typeface="+mn-lt"/>
              </a:rPr>
              <a:t>Agentic</a:t>
            </a:r>
            <a:r>
              <a:rPr lang="it-IT" sz="800" dirty="0">
                <a:solidFill>
                  <a:schemeClr val="tx1"/>
                </a:solidFill>
                <a:latin typeface="+mn-lt"/>
              </a:rPr>
              <a:t> AI </a:t>
            </a:r>
            <a:r>
              <a:rPr lang="it-IT" sz="800" dirty="0" err="1">
                <a:solidFill>
                  <a:schemeClr val="tx1"/>
                </a:solidFill>
                <a:latin typeface="+mn-lt"/>
              </a:rPr>
              <a:t>integrating</a:t>
            </a:r>
            <a:r>
              <a:rPr lang="it-IT" sz="800" dirty="0">
                <a:solidFill>
                  <a:schemeClr val="tx1"/>
                </a:solidFill>
                <a:latin typeface="+mn-lt"/>
              </a:rPr>
              <a:t> fine-</a:t>
            </a:r>
            <a:r>
              <a:rPr lang="it-IT" sz="800" dirty="0" err="1">
                <a:solidFill>
                  <a:schemeClr val="tx1"/>
                </a:solidFill>
                <a:latin typeface="+mn-lt"/>
              </a:rPr>
              <a:t>tuned</a:t>
            </a:r>
            <a:r>
              <a:rPr lang="it-IT" sz="800" dirty="0">
                <a:solidFill>
                  <a:schemeClr val="tx1"/>
                </a:solidFill>
                <a:latin typeface="+mn-lt"/>
              </a:rPr>
              <a:t> </a:t>
            </a:r>
            <a:r>
              <a:rPr lang="it-IT" sz="800" dirty="0" err="1">
                <a:solidFill>
                  <a:schemeClr val="tx1"/>
                </a:solidFill>
                <a:latin typeface="+mn-lt"/>
              </a:rPr>
              <a:t>LLMs</a:t>
            </a:r>
            <a:r>
              <a:rPr lang="it-IT" sz="800" dirty="0">
                <a:solidFill>
                  <a:schemeClr val="tx1"/>
                </a:solidFill>
                <a:latin typeface="+mn-lt"/>
              </a:rPr>
              <a:t>, RAG and </a:t>
            </a:r>
            <a:r>
              <a:rPr lang="it-IT" sz="800" dirty="0" err="1">
                <a:solidFill>
                  <a:schemeClr val="tx1"/>
                </a:solidFill>
                <a:latin typeface="+mn-lt"/>
              </a:rPr>
              <a:t>physics</a:t>
            </a:r>
            <a:r>
              <a:rPr lang="it-IT" sz="800" dirty="0">
                <a:solidFill>
                  <a:schemeClr val="tx1"/>
                </a:solidFill>
                <a:latin typeface="+mn-lt"/>
              </a:rPr>
              <a:t> </a:t>
            </a:r>
            <a:r>
              <a:rPr lang="it-IT" sz="800" dirty="0" err="1">
                <a:solidFill>
                  <a:schemeClr val="tx1"/>
                </a:solidFill>
                <a:latin typeface="+mn-lt"/>
              </a:rPr>
              <a:t>based</a:t>
            </a:r>
            <a:r>
              <a:rPr lang="it-IT" sz="800" dirty="0">
                <a:solidFill>
                  <a:schemeClr val="tx1"/>
                </a:solidFill>
                <a:latin typeface="+mn-lt"/>
              </a:rPr>
              <a:t> </a:t>
            </a:r>
            <a:r>
              <a:rPr lang="it-IT" sz="800" dirty="0" err="1">
                <a:solidFill>
                  <a:schemeClr val="tx1"/>
                </a:solidFill>
                <a:latin typeface="+mn-lt"/>
              </a:rPr>
              <a:t>simulations</a:t>
            </a:r>
            <a:r>
              <a:rPr lang="it-IT" sz="800" dirty="0">
                <a:solidFill>
                  <a:schemeClr val="tx1"/>
                </a:solidFill>
                <a:latin typeface="+mn-lt"/>
              </a:rPr>
              <a:t>. </a:t>
            </a:r>
          </a:p>
          <a:p>
            <a:endParaRPr lang="it-IT" sz="800" dirty="0">
              <a:latin typeface="+mn-lt"/>
            </a:endParaRPr>
          </a:p>
        </p:txBody>
      </p:sp>
      <p:sp>
        <p:nvSpPr>
          <p:cNvPr id="6" name="Rettangolo con angoli arrotondati 5">
            <a:extLst>
              <a:ext uri="{FF2B5EF4-FFF2-40B4-BE49-F238E27FC236}">
                <a16:creationId xmlns:a16="http://schemas.microsoft.com/office/drawing/2014/main" id="{4EE7423C-8018-496A-AF38-AD834FC6A18E}"/>
              </a:ext>
            </a:extLst>
          </p:cNvPr>
          <p:cNvSpPr/>
          <p:nvPr/>
        </p:nvSpPr>
        <p:spPr>
          <a:xfrm>
            <a:off x="3102793" y="835025"/>
            <a:ext cx="2139950" cy="1225550"/>
          </a:xfrm>
          <a:prstGeom prst="roundRect">
            <a:avLst/>
          </a:prstGeom>
          <a:solidFill>
            <a:srgbClr val="8F3432">
              <a:alpha val="20000"/>
            </a:srgb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7" name="CasellaDiTesto 6">
            <a:extLst>
              <a:ext uri="{FF2B5EF4-FFF2-40B4-BE49-F238E27FC236}">
                <a16:creationId xmlns:a16="http://schemas.microsoft.com/office/drawing/2014/main" id="{34BEBD4D-2115-49E0-9137-8A1AFD73F5B0}"/>
              </a:ext>
            </a:extLst>
          </p:cNvPr>
          <p:cNvSpPr txBox="1"/>
          <p:nvPr/>
        </p:nvSpPr>
        <p:spPr>
          <a:xfrm>
            <a:off x="3159943" y="909191"/>
            <a:ext cx="1962150" cy="1315745"/>
          </a:xfrm>
          <a:prstGeom prst="rect">
            <a:avLst/>
          </a:prstGeom>
          <a:noFill/>
        </p:spPr>
        <p:txBody>
          <a:bodyPr wrap="square" rtlCol="0">
            <a:spAutoFit/>
          </a:bodyPr>
          <a:lstStyle/>
          <a:p>
            <a:pPr algn="ctr">
              <a:spcAft>
                <a:spcPts val="300"/>
              </a:spcAft>
            </a:pPr>
            <a:r>
              <a:rPr lang="it-IT" sz="800" b="1" dirty="0">
                <a:solidFill>
                  <a:schemeClr val="tx1"/>
                </a:solidFill>
                <a:latin typeface="+mn-lt"/>
              </a:rPr>
              <a:t>Maranto et al. | LLMSAT [2024]</a:t>
            </a:r>
          </a:p>
          <a:p>
            <a:pPr algn="ctr"/>
            <a:endParaRPr lang="it-IT" sz="800" dirty="0">
              <a:solidFill>
                <a:schemeClr val="tx1"/>
              </a:solidFill>
              <a:latin typeface="+mn-lt"/>
            </a:endParaRPr>
          </a:p>
          <a:p>
            <a:pPr marL="171450" indent="-171450" algn="ctr">
              <a:spcAft>
                <a:spcPts val="300"/>
              </a:spcAft>
              <a:buFont typeface="Arial" panose="020B0604020202020204" pitchFamily="34" charset="0"/>
              <a:buChar char="•"/>
            </a:pPr>
            <a:r>
              <a:rPr lang="it-IT" sz="800" dirty="0">
                <a:solidFill>
                  <a:schemeClr val="tx1"/>
                </a:solidFill>
                <a:latin typeface="+mn-lt"/>
              </a:rPr>
              <a:t>High-</a:t>
            </a:r>
            <a:r>
              <a:rPr lang="it-IT" sz="800" dirty="0" err="1">
                <a:solidFill>
                  <a:schemeClr val="tx1"/>
                </a:solidFill>
                <a:latin typeface="+mn-lt"/>
              </a:rPr>
              <a:t>level</a:t>
            </a:r>
            <a:r>
              <a:rPr lang="it-IT" sz="800" dirty="0">
                <a:solidFill>
                  <a:schemeClr val="tx1"/>
                </a:solidFill>
                <a:latin typeface="+mn-lt"/>
              </a:rPr>
              <a:t> mission planning and </a:t>
            </a:r>
            <a:r>
              <a:rPr lang="it-IT" sz="800" dirty="0" err="1">
                <a:solidFill>
                  <a:schemeClr val="tx1"/>
                </a:solidFill>
                <a:latin typeface="+mn-lt"/>
              </a:rPr>
              <a:t>decision</a:t>
            </a:r>
            <a:r>
              <a:rPr lang="it-IT" sz="800" dirty="0">
                <a:solidFill>
                  <a:schemeClr val="tx1"/>
                </a:solidFill>
                <a:latin typeface="+mn-lt"/>
              </a:rPr>
              <a:t> support for </a:t>
            </a:r>
            <a:r>
              <a:rPr lang="it-IT" sz="800" b="1" dirty="0" err="1">
                <a:solidFill>
                  <a:schemeClr val="tx1"/>
                </a:solidFill>
                <a:latin typeface="+mn-lt"/>
              </a:rPr>
              <a:t>space</a:t>
            </a:r>
            <a:r>
              <a:rPr lang="it-IT" sz="800" b="1" dirty="0">
                <a:solidFill>
                  <a:schemeClr val="tx1"/>
                </a:solidFill>
                <a:latin typeface="+mn-lt"/>
              </a:rPr>
              <a:t> </a:t>
            </a:r>
            <a:r>
              <a:rPr lang="it-IT" sz="800" b="1" dirty="0" err="1">
                <a:solidFill>
                  <a:schemeClr val="tx1"/>
                </a:solidFill>
                <a:latin typeface="+mn-lt"/>
              </a:rPr>
              <a:t>exploration</a:t>
            </a:r>
            <a:r>
              <a:rPr lang="it-IT" sz="800" dirty="0">
                <a:solidFill>
                  <a:schemeClr val="tx1"/>
                </a:solidFill>
                <a:latin typeface="+mn-lt"/>
              </a:rPr>
              <a:t>.</a:t>
            </a:r>
          </a:p>
          <a:p>
            <a:pPr marL="171450" indent="-171450" algn="ctr">
              <a:spcAft>
                <a:spcPts val="300"/>
              </a:spcAft>
              <a:buFont typeface="Arial" panose="020B0604020202020204" pitchFamily="34" charset="0"/>
              <a:buChar char="•"/>
            </a:pPr>
            <a:r>
              <a:rPr lang="it-IT" sz="800" dirty="0" err="1">
                <a:solidFill>
                  <a:schemeClr val="tx1"/>
                </a:solidFill>
                <a:latin typeface="+mn-lt"/>
              </a:rPr>
              <a:t>Hierarchical</a:t>
            </a:r>
            <a:r>
              <a:rPr lang="it-IT" sz="800" dirty="0">
                <a:solidFill>
                  <a:schemeClr val="tx1"/>
                </a:solidFill>
                <a:latin typeface="+mn-lt"/>
              </a:rPr>
              <a:t> LLM </a:t>
            </a:r>
            <a:r>
              <a:rPr lang="it-IT" sz="800" dirty="0" err="1">
                <a:solidFill>
                  <a:schemeClr val="tx1"/>
                </a:solidFill>
                <a:latin typeface="+mn-lt"/>
              </a:rPr>
              <a:t>integrating</a:t>
            </a:r>
            <a:r>
              <a:rPr lang="it-IT" sz="800" dirty="0">
                <a:solidFill>
                  <a:schemeClr val="tx1"/>
                </a:solidFill>
                <a:latin typeface="+mn-lt"/>
              </a:rPr>
              <a:t> RAG, </a:t>
            </a:r>
            <a:r>
              <a:rPr lang="it-IT" sz="800" dirty="0" err="1">
                <a:solidFill>
                  <a:schemeClr val="tx1"/>
                </a:solidFill>
                <a:latin typeface="+mn-lt"/>
              </a:rPr>
              <a:t>flight</a:t>
            </a:r>
            <a:r>
              <a:rPr lang="it-IT" sz="800" dirty="0">
                <a:solidFill>
                  <a:schemeClr val="tx1"/>
                </a:solidFill>
                <a:latin typeface="+mn-lt"/>
              </a:rPr>
              <a:t>-software </a:t>
            </a:r>
            <a:r>
              <a:rPr lang="it-IT" sz="800" dirty="0" err="1">
                <a:solidFill>
                  <a:schemeClr val="tx1"/>
                </a:solidFill>
                <a:latin typeface="+mn-lt"/>
              </a:rPr>
              <a:t>interfaces</a:t>
            </a:r>
            <a:r>
              <a:rPr lang="it-IT" sz="800" dirty="0">
                <a:solidFill>
                  <a:schemeClr val="tx1"/>
                </a:solidFill>
                <a:latin typeface="+mn-lt"/>
              </a:rPr>
              <a:t> and </a:t>
            </a:r>
            <a:r>
              <a:rPr lang="it-IT" sz="800" dirty="0" err="1">
                <a:solidFill>
                  <a:schemeClr val="tx1"/>
                </a:solidFill>
                <a:latin typeface="+mn-lt"/>
              </a:rPr>
              <a:t>simulation</a:t>
            </a:r>
            <a:r>
              <a:rPr lang="it-IT" sz="800" dirty="0">
                <a:solidFill>
                  <a:schemeClr val="tx1"/>
                </a:solidFill>
                <a:latin typeface="+mn-lt"/>
              </a:rPr>
              <a:t> </a:t>
            </a:r>
            <a:r>
              <a:rPr lang="it-IT" sz="800" dirty="0" err="1">
                <a:solidFill>
                  <a:schemeClr val="tx1"/>
                </a:solidFill>
                <a:latin typeface="+mn-lt"/>
              </a:rPr>
              <a:t>based</a:t>
            </a:r>
            <a:r>
              <a:rPr lang="it-IT" sz="800" dirty="0">
                <a:solidFill>
                  <a:schemeClr val="tx1"/>
                </a:solidFill>
                <a:latin typeface="+mn-lt"/>
              </a:rPr>
              <a:t> planning.</a:t>
            </a:r>
          </a:p>
          <a:p>
            <a:endParaRPr lang="it-IT" sz="800" dirty="0">
              <a:latin typeface="+mn-lt"/>
            </a:endParaRPr>
          </a:p>
        </p:txBody>
      </p:sp>
      <p:sp>
        <p:nvSpPr>
          <p:cNvPr id="8" name="Rettangolo con angoli arrotondati 7">
            <a:extLst>
              <a:ext uri="{FF2B5EF4-FFF2-40B4-BE49-F238E27FC236}">
                <a16:creationId xmlns:a16="http://schemas.microsoft.com/office/drawing/2014/main" id="{DFE8BEB6-FE51-45BB-8EFC-8A4C1B6A25AE}"/>
              </a:ext>
            </a:extLst>
          </p:cNvPr>
          <p:cNvSpPr/>
          <p:nvPr/>
        </p:nvSpPr>
        <p:spPr>
          <a:xfrm>
            <a:off x="708843" y="2181151"/>
            <a:ext cx="4530725" cy="605454"/>
          </a:xfrm>
          <a:prstGeom prst="roundRect">
            <a:avLst/>
          </a:prstGeom>
          <a:solidFill>
            <a:schemeClr val="accent3">
              <a:alpha val="4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Aft>
                <a:spcPts val="300"/>
              </a:spcAft>
            </a:pPr>
            <a:r>
              <a:rPr lang="it-IT" sz="800" b="1" dirty="0" err="1">
                <a:solidFill>
                  <a:schemeClr val="tx1"/>
                </a:solidFill>
              </a:rPr>
              <a:t>Research</a:t>
            </a:r>
            <a:r>
              <a:rPr lang="it-IT" sz="800" b="1" dirty="0">
                <a:solidFill>
                  <a:schemeClr val="tx1"/>
                </a:solidFill>
              </a:rPr>
              <a:t> GAP</a:t>
            </a:r>
          </a:p>
          <a:p>
            <a:pPr algn="ctr">
              <a:spcAft>
                <a:spcPts val="300"/>
              </a:spcAft>
            </a:pPr>
            <a:r>
              <a:rPr lang="it-IT" sz="800" dirty="0" err="1">
                <a:solidFill>
                  <a:schemeClr val="tx1"/>
                </a:solidFill>
              </a:rPr>
              <a:t>Existing</a:t>
            </a:r>
            <a:r>
              <a:rPr lang="it-IT" sz="800" dirty="0">
                <a:solidFill>
                  <a:schemeClr val="tx1"/>
                </a:solidFill>
              </a:rPr>
              <a:t> </a:t>
            </a:r>
            <a:r>
              <a:rPr lang="it-IT" sz="800" dirty="0" err="1">
                <a:solidFill>
                  <a:schemeClr val="tx1"/>
                </a:solidFill>
              </a:rPr>
              <a:t>solutions</a:t>
            </a:r>
            <a:r>
              <a:rPr lang="it-IT" sz="800" dirty="0">
                <a:solidFill>
                  <a:schemeClr val="tx1"/>
                </a:solidFill>
              </a:rPr>
              <a:t> </a:t>
            </a:r>
            <a:r>
              <a:rPr lang="it-IT" sz="800" dirty="0" err="1">
                <a:solidFill>
                  <a:schemeClr val="tx1"/>
                </a:solidFill>
              </a:rPr>
              <a:t>remain</a:t>
            </a:r>
            <a:r>
              <a:rPr lang="it-IT" sz="800" dirty="0">
                <a:solidFill>
                  <a:schemeClr val="tx1"/>
                </a:solidFill>
              </a:rPr>
              <a:t> </a:t>
            </a:r>
            <a:r>
              <a:rPr lang="it-IT" sz="800" b="1" dirty="0">
                <a:solidFill>
                  <a:schemeClr val="tx1"/>
                </a:solidFill>
              </a:rPr>
              <a:t>domain </a:t>
            </a:r>
            <a:r>
              <a:rPr lang="it-IT" sz="800" b="1" dirty="0" err="1">
                <a:solidFill>
                  <a:schemeClr val="tx1"/>
                </a:solidFill>
              </a:rPr>
              <a:t>specific</a:t>
            </a:r>
            <a:r>
              <a:rPr lang="it-IT" sz="800" b="1" dirty="0">
                <a:solidFill>
                  <a:schemeClr val="tx1"/>
                </a:solidFill>
              </a:rPr>
              <a:t> </a:t>
            </a:r>
            <a:r>
              <a:rPr lang="it-IT" sz="800" dirty="0">
                <a:solidFill>
                  <a:schemeClr val="tx1"/>
                </a:solidFill>
              </a:rPr>
              <a:t>and </a:t>
            </a:r>
            <a:r>
              <a:rPr lang="it-IT" sz="800" b="1" dirty="0" err="1">
                <a:solidFill>
                  <a:schemeClr val="tx1"/>
                </a:solidFill>
              </a:rPr>
              <a:t>prototype</a:t>
            </a:r>
            <a:r>
              <a:rPr lang="it-IT" sz="800" b="1" dirty="0">
                <a:solidFill>
                  <a:schemeClr val="tx1"/>
                </a:solidFill>
              </a:rPr>
              <a:t> </a:t>
            </a:r>
            <a:r>
              <a:rPr lang="it-IT" sz="800" b="1" dirty="0" err="1">
                <a:solidFill>
                  <a:schemeClr val="tx1"/>
                </a:solidFill>
              </a:rPr>
              <a:t>oriented</a:t>
            </a:r>
            <a:r>
              <a:rPr lang="it-IT" sz="800" dirty="0">
                <a:solidFill>
                  <a:schemeClr val="tx1"/>
                </a:solidFill>
              </a:rPr>
              <a:t>, with </a:t>
            </a:r>
            <a:r>
              <a:rPr lang="it-IT" sz="800" b="1" dirty="0">
                <a:solidFill>
                  <a:schemeClr val="tx1"/>
                </a:solidFill>
              </a:rPr>
              <a:t>limited </a:t>
            </a:r>
            <a:r>
              <a:rPr lang="it-IT" sz="800" b="1" dirty="0" err="1">
                <a:solidFill>
                  <a:schemeClr val="tx1"/>
                </a:solidFill>
              </a:rPr>
              <a:t>integration</a:t>
            </a:r>
            <a:r>
              <a:rPr lang="it-IT" sz="800" b="1" dirty="0">
                <a:solidFill>
                  <a:schemeClr val="tx1"/>
                </a:solidFill>
              </a:rPr>
              <a:t> </a:t>
            </a:r>
            <a:r>
              <a:rPr lang="it-IT" sz="800" dirty="0">
                <a:solidFill>
                  <a:schemeClr val="tx1"/>
                </a:solidFill>
              </a:rPr>
              <a:t>of </a:t>
            </a:r>
            <a:r>
              <a:rPr lang="it-IT" sz="800" dirty="0" err="1">
                <a:solidFill>
                  <a:schemeClr val="tx1"/>
                </a:solidFill>
              </a:rPr>
              <a:t>heterogeneous</a:t>
            </a:r>
            <a:r>
              <a:rPr lang="it-IT" sz="800" dirty="0">
                <a:solidFill>
                  <a:schemeClr val="tx1"/>
                </a:solidFill>
              </a:rPr>
              <a:t> </a:t>
            </a:r>
            <a:r>
              <a:rPr lang="it-IT" sz="800" dirty="0" err="1">
                <a:solidFill>
                  <a:schemeClr val="tx1"/>
                </a:solidFill>
              </a:rPr>
              <a:t>operational</a:t>
            </a:r>
            <a:r>
              <a:rPr lang="it-IT" sz="800" dirty="0">
                <a:solidFill>
                  <a:schemeClr val="tx1"/>
                </a:solidFill>
              </a:rPr>
              <a:t> data and knowledge.</a:t>
            </a:r>
          </a:p>
        </p:txBody>
      </p:sp>
      <p:cxnSp>
        <p:nvCxnSpPr>
          <p:cNvPr id="10" name="Connettore diritto 9">
            <a:extLst>
              <a:ext uri="{FF2B5EF4-FFF2-40B4-BE49-F238E27FC236}">
                <a16:creationId xmlns:a16="http://schemas.microsoft.com/office/drawing/2014/main" id="{5B787028-E50A-41CD-9526-7EDA67C66F88}"/>
              </a:ext>
            </a:extLst>
          </p:cNvPr>
          <p:cNvCxnSpPr/>
          <p:nvPr/>
        </p:nvCxnSpPr>
        <p:spPr>
          <a:xfrm>
            <a:off x="804093" y="1139825"/>
            <a:ext cx="1971675" cy="0"/>
          </a:xfrm>
          <a:prstGeom prst="line">
            <a:avLst/>
          </a:prstGeom>
        </p:spPr>
        <p:style>
          <a:lnRef idx="1">
            <a:schemeClr val="dk1"/>
          </a:lnRef>
          <a:fillRef idx="0">
            <a:schemeClr val="dk1"/>
          </a:fillRef>
          <a:effectRef idx="0">
            <a:schemeClr val="dk1"/>
          </a:effectRef>
          <a:fontRef idx="minor">
            <a:schemeClr val="tx1"/>
          </a:fontRef>
        </p:style>
      </p:cxnSp>
      <p:cxnSp>
        <p:nvCxnSpPr>
          <p:cNvPr id="11" name="Connettore diritto 10">
            <a:extLst>
              <a:ext uri="{FF2B5EF4-FFF2-40B4-BE49-F238E27FC236}">
                <a16:creationId xmlns:a16="http://schemas.microsoft.com/office/drawing/2014/main" id="{7DF9B02C-DD70-422B-9C4E-270F508E5067}"/>
              </a:ext>
            </a:extLst>
          </p:cNvPr>
          <p:cNvCxnSpPr/>
          <p:nvPr/>
        </p:nvCxnSpPr>
        <p:spPr>
          <a:xfrm>
            <a:off x="3185343" y="1139825"/>
            <a:ext cx="1971675"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6523606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BDBAB-029E-5500-EB43-65EF0A615B5C}"/>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53D708FC-4FE0-4A53-7CD6-4A2294BCF336}"/>
              </a:ext>
            </a:extLst>
          </p:cNvPr>
          <p:cNvSpPr txBox="1"/>
          <p:nvPr/>
        </p:nvSpPr>
        <p:spPr>
          <a:xfrm>
            <a:off x="869002" y="114827"/>
            <a:ext cx="4833362" cy="307777"/>
          </a:xfrm>
          <a:prstGeom prst="rect">
            <a:avLst/>
          </a:prstGeom>
          <a:noFill/>
        </p:spPr>
        <p:txBody>
          <a:bodyPr wrap="square">
            <a:spAutoFit/>
          </a:bodyPr>
          <a:lstStyle/>
          <a:p>
            <a:r>
              <a:rPr lang="en-US" sz="1400" b="1" dirty="0">
                <a:solidFill>
                  <a:srgbClr val="953735"/>
                </a:solidFill>
                <a:latin typeface="Calibri"/>
                <a:ea typeface="Calibri"/>
                <a:cs typeface="Calibri"/>
              </a:rPr>
              <a:t>Proposed system</a:t>
            </a:r>
            <a:endParaRPr lang="en-US" sz="1400" dirty="0"/>
          </a:p>
        </p:txBody>
      </p:sp>
      <p:sp>
        <p:nvSpPr>
          <p:cNvPr id="50" name="Shape">
            <a:extLst>
              <a:ext uri="{FF2B5EF4-FFF2-40B4-BE49-F238E27FC236}">
                <a16:creationId xmlns:a16="http://schemas.microsoft.com/office/drawing/2014/main" id="{D63FAADA-CA51-461D-A739-147A84D30EBA}"/>
              </a:ext>
            </a:extLst>
          </p:cNvPr>
          <p:cNvSpPr/>
          <p:nvPr/>
        </p:nvSpPr>
        <p:spPr>
          <a:xfrm>
            <a:off x="1042951" y="1248423"/>
            <a:ext cx="755298"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1" name="Shape">
            <a:extLst>
              <a:ext uri="{FF2B5EF4-FFF2-40B4-BE49-F238E27FC236}">
                <a16:creationId xmlns:a16="http://schemas.microsoft.com/office/drawing/2014/main" id="{C5A44A9B-B611-4C0F-8691-507EA1CCC007}"/>
              </a:ext>
            </a:extLst>
          </p:cNvPr>
          <p:cNvSpPr/>
          <p:nvPr/>
        </p:nvSpPr>
        <p:spPr>
          <a:xfrm>
            <a:off x="689401"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2" name="Shape">
            <a:extLst>
              <a:ext uri="{FF2B5EF4-FFF2-40B4-BE49-F238E27FC236}">
                <a16:creationId xmlns:a16="http://schemas.microsoft.com/office/drawing/2014/main" id="{7F574058-D938-43EA-B61C-23DBAFEB2261}"/>
              </a:ext>
            </a:extLst>
          </p:cNvPr>
          <p:cNvSpPr/>
          <p:nvPr/>
        </p:nvSpPr>
        <p:spPr>
          <a:xfrm>
            <a:off x="1938223"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3" name="Shape">
            <a:extLst>
              <a:ext uri="{FF2B5EF4-FFF2-40B4-BE49-F238E27FC236}">
                <a16:creationId xmlns:a16="http://schemas.microsoft.com/office/drawing/2014/main" id="{C4504D77-F28A-44C7-881F-0D6134113B61}"/>
              </a:ext>
            </a:extLst>
          </p:cNvPr>
          <p:cNvSpPr/>
          <p:nvPr/>
        </p:nvSpPr>
        <p:spPr>
          <a:xfrm>
            <a:off x="1578169"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4" name="Shape">
            <a:extLst>
              <a:ext uri="{FF2B5EF4-FFF2-40B4-BE49-F238E27FC236}">
                <a16:creationId xmlns:a16="http://schemas.microsoft.com/office/drawing/2014/main" id="{C6940200-DF6C-480B-B240-CDCC62429EE8}"/>
              </a:ext>
            </a:extLst>
          </p:cNvPr>
          <p:cNvSpPr/>
          <p:nvPr/>
        </p:nvSpPr>
        <p:spPr>
          <a:xfrm>
            <a:off x="2823764"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accent5">
              <a:lumMod val="75000"/>
            </a:schemeClr>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5" name="Shape">
            <a:extLst>
              <a:ext uri="{FF2B5EF4-FFF2-40B4-BE49-F238E27FC236}">
                <a16:creationId xmlns:a16="http://schemas.microsoft.com/office/drawing/2014/main" id="{CAF2043C-A1FC-4C38-B724-B35D15D7A12F}"/>
              </a:ext>
            </a:extLst>
          </p:cNvPr>
          <p:cNvSpPr/>
          <p:nvPr/>
        </p:nvSpPr>
        <p:spPr>
          <a:xfrm>
            <a:off x="2470465"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5"/>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6" name="Shape">
            <a:extLst>
              <a:ext uri="{FF2B5EF4-FFF2-40B4-BE49-F238E27FC236}">
                <a16:creationId xmlns:a16="http://schemas.microsoft.com/office/drawing/2014/main" id="{76EF6A27-549E-40E4-838D-9148F7BFAD4B}"/>
              </a:ext>
            </a:extLst>
          </p:cNvPr>
          <p:cNvSpPr/>
          <p:nvPr/>
        </p:nvSpPr>
        <p:spPr>
          <a:xfrm>
            <a:off x="3709305"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7" name="Shape">
            <a:extLst>
              <a:ext uri="{FF2B5EF4-FFF2-40B4-BE49-F238E27FC236}">
                <a16:creationId xmlns:a16="http://schemas.microsoft.com/office/drawing/2014/main" id="{B5FD8CEC-39B5-46F5-97FD-C8EE8619952A}"/>
              </a:ext>
            </a:extLst>
          </p:cNvPr>
          <p:cNvSpPr/>
          <p:nvPr/>
        </p:nvSpPr>
        <p:spPr>
          <a:xfrm>
            <a:off x="3358982"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8" name="Shape">
            <a:extLst>
              <a:ext uri="{FF2B5EF4-FFF2-40B4-BE49-F238E27FC236}">
                <a16:creationId xmlns:a16="http://schemas.microsoft.com/office/drawing/2014/main" id="{9AEB08C6-7647-488F-BEF4-2427143D2CA1}"/>
              </a:ext>
            </a:extLst>
          </p:cNvPr>
          <p:cNvSpPr/>
          <p:nvPr/>
        </p:nvSpPr>
        <p:spPr>
          <a:xfrm>
            <a:off x="4242270"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9" name="Freeform: Shape 11">
            <a:extLst>
              <a:ext uri="{FF2B5EF4-FFF2-40B4-BE49-F238E27FC236}">
                <a16:creationId xmlns:a16="http://schemas.microsoft.com/office/drawing/2014/main" id="{3C88C559-D95E-4E1E-B14A-261372B8062A}"/>
              </a:ext>
            </a:extLst>
          </p:cNvPr>
          <p:cNvSpPr/>
          <p:nvPr/>
        </p:nvSpPr>
        <p:spPr>
          <a:xfrm>
            <a:off x="755400" y="2144056"/>
            <a:ext cx="358299" cy="392782"/>
          </a:xfrm>
          <a:custGeom>
            <a:avLst/>
            <a:gdLst>
              <a:gd name="connsiteX0" fmla="*/ 180180 w 757637"/>
              <a:gd name="connsiteY0" fmla="*/ 0 h 1942712"/>
              <a:gd name="connsiteX1" fmla="*/ 757637 w 757637"/>
              <a:gd name="connsiteY1" fmla="*/ 1199209 h 1942712"/>
              <a:gd name="connsiteX2" fmla="*/ 695845 w 757637"/>
              <a:gd name="connsiteY2" fmla="*/ 1580566 h 1942712"/>
              <a:gd name="connsiteX3" fmla="*/ 470905 w 757637"/>
              <a:gd name="connsiteY3" fmla="*/ 1908890 h 1942712"/>
              <a:gd name="connsiteX4" fmla="*/ 399938 w 757637"/>
              <a:gd name="connsiteY4" fmla="*/ 1942712 h 1942712"/>
              <a:gd name="connsiteX5" fmla="*/ 0 w 757637"/>
              <a:gd name="connsiteY5" fmla="*/ 1112159 h 1942712"/>
              <a:gd name="connsiteX0" fmla="*/ 0 w 757637"/>
              <a:gd name="connsiteY0" fmla="*/ 0 h 830553"/>
              <a:gd name="connsiteX1" fmla="*/ 757637 w 757637"/>
              <a:gd name="connsiteY1" fmla="*/ 87050 h 830553"/>
              <a:gd name="connsiteX2" fmla="*/ 695845 w 757637"/>
              <a:gd name="connsiteY2" fmla="*/ 468407 h 830553"/>
              <a:gd name="connsiteX3" fmla="*/ 470905 w 757637"/>
              <a:gd name="connsiteY3" fmla="*/ 796731 h 830553"/>
              <a:gd name="connsiteX4" fmla="*/ 399938 w 757637"/>
              <a:gd name="connsiteY4" fmla="*/ 830553 h 830553"/>
              <a:gd name="connsiteX5" fmla="*/ 0 w 757637"/>
              <a:gd name="connsiteY5" fmla="*/ 0 h 830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553">
                <a:moveTo>
                  <a:pt x="0" y="0"/>
                </a:moveTo>
                <a:lnTo>
                  <a:pt x="757637" y="87050"/>
                </a:lnTo>
                <a:lnTo>
                  <a:pt x="695845" y="468407"/>
                </a:lnTo>
                <a:cubicBezTo>
                  <a:pt x="672722" y="609838"/>
                  <a:pt x="587696" y="727999"/>
                  <a:pt x="470905" y="796731"/>
                </a:cubicBezTo>
                <a:lnTo>
                  <a:pt x="399938" y="830553"/>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0" name="Freeform: Shape 12">
            <a:extLst>
              <a:ext uri="{FF2B5EF4-FFF2-40B4-BE49-F238E27FC236}">
                <a16:creationId xmlns:a16="http://schemas.microsoft.com/office/drawing/2014/main" id="{A873E1EC-3683-4D5A-8CDD-3DDA4ADFAB98}"/>
              </a:ext>
            </a:extLst>
          </p:cNvPr>
          <p:cNvSpPr/>
          <p:nvPr/>
        </p:nvSpPr>
        <p:spPr>
          <a:xfrm>
            <a:off x="1645096" y="2138331"/>
            <a:ext cx="358299" cy="397080"/>
          </a:xfrm>
          <a:custGeom>
            <a:avLst/>
            <a:gdLst>
              <a:gd name="connsiteX0" fmla="*/ 180179 w 757637"/>
              <a:gd name="connsiteY0" fmla="*/ 0 h 1951799"/>
              <a:gd name="connsiteX1" fmla="*/ 757637 w 757637"/>
              <a:gd name="connsiteY1" fmla="*/ 1199210 h 1951799"/>
              <a:gd name="connsiteX2" fmla="*/ 693883 w 757637"/>
              <a:gd name="connsiteY2" fmla="*/ 1592673 h 1951799"/>
              <a:gd name="connsiteX3" fmla="*/ 468943 w 757637"/>
              <a:gd name="connsiteY3" fmla="*/ 1920997 h 1951799"/>
              <a:gd name="connsiteX4" fmla="*/ 404313 w 757637"/>
              <a:gd name="connsiteY4" fmla="*/ 1951799 h 1951799"/>
              <a:gd name="connsiteX5" fmla="*/ 0 w 757637"/>
              <a:gd name="connsiteY5" fmla="*/ 1112159 h 1951799"/>
              <a:gd name="connsiteX0" fmla="*/ 0 w 757637"/>
              <a:gd name="connsiteY0" fmla="*/ 0 h 839640"/>
              <a:gd name="connsiteX1" fmla="*/ 757637 w 757637"/>
              <a:gd name="connsiteY1" fmla="*/ 87051 h 839640"/>
              <a:gd name="connsiteX2" fmla="*/ 693883 w 757637"/>
              <a:gd name="connsiteY2" fmla="*/ 480514 h 839640"/>
              <a:gd name="connsiteX3" fmla="*/ 468943 w 757637"/>
              <a:gd name="connsiteY3" fmla="*/ 808838 h 839640"/>
              <a:gd name="connsiteX4" fmla="*/ 404313 w 757637"/>
              <a:gd name="connsiteY4" fmla="*/ 839640 h 839640"/>
              <a:gd name="connsiteX5" fmla="*/ 0 w 757637"/>
              <a:gd name="connsiteY5" fmla="*/ 0 h 8396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9640">
                <a:moveTo>
                  <a:pt x="0" y="0"/>
                </a:moveTo>
                <a:lnTo>
                  <a:pt x="757637" y="87051"/>
                </a:lnTo>
                <a:lnTo>
                  <a:pt x="693883" y="480514"/>
                </a:lnTo>
                <a:cubicBezTo>
                  <a:pt x="670760" y="621945"/>
                  <a:pt x="585734" y="740106"/>
                  <a:pt x="468943" y="808838"/>
                </a:cubicBezTo>
                <a:lnTo>
                  <a:pt x="404313" y="839640"/>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1" name="Freeform: Shape 13">
            <a:extLst>
              <a:ext uri="{FF2B5EF4-FFF2-40B4-BE49-F238E27FC236}">
                <a16:creationId xmlns:a16="http://schemas.microsoft.com/office/drawing/2014/main" id="{B6922FAA-BD8B-4B52-AE9B-FC2A23D975C4}"/>
              </a:ext>
            </a:extLst>
          </p:cNvPr>
          <p:cNvSpPr/>
          <p:nvPr/>
        </p:nvSpPr>
        <p:spPr>
          <a:xfrm>
            <a:off x="2536619" y="2143104"/>
            <a:ext cx="358299" cy="393498"/>
          </a:xfrm>
          <a:custGeom>
            <a:avLst/>
            <a:gdLst>
              <a:gd name="connsiteX0" fmla="*/ 180180 w 757637"/>
              <a:gd name="connsiteY0" fmla="*/ 0 h 1944225"/>
              <a:gd name="connsiteX1" fmla="*/ 757637 w 757637"/>
              <a:gd name="connsiteY1" fmla="*/ 1199210 h 1944225"/>
              <a:gd name="connsiteX2" fmla="*/ 695518 w 757637"/>
              <a:gd name="connsiteY2" fmla="*/ 1582581 h 1944225"/>
              <a:gd name="connsiteX3" fmla="*/ 470578 w 757637"/>
              <a:gd name="connsiteY3" fmla="*/ 1910905 h 1944225"/>
              <a:gd name="connsiteX4" fmla="*/ 400666 w 757637"/>
              <a:gd name="connsiteY4" fmla="*/ 1944225 h 1944225"/>
              <a:gd name="connsiteX5" fmla="*/ 0 w 757637"/>
              <a:gd name="connsiteY5" fmla="*/ 1112159 h 1944225"/>
              <a:gd name="connsiteX0" fmla="*/ 0 w 757637"/>
              <a:gd name="connsiteY0" fmla="*/ 0 h 832066"/>
              <a:gd name="connsiteX1" fmla="*/ 757637 w 757637"/>
              <a:gd name="connsiteY1" fmla="*/ 87051 h 832066"/>
              <a:gd name="connsiteX2" fmla="*/ 695518 w 757637"/>
              <a:gd name="connsiteY2" fmla="*/ 470422 h 832066"/>
              <a:gd name="connsiteX3" fmla="*/ 470578 w 757637"/>
              <a:gd name="connsiteY3" fmla="*/ 798746 h 832066"/>
              <a:gd name="connsiteX4" fmla="*/ 400666 w 757637"/>
              <a:gd name="connsiteY4" fmla="*/ 832066 h 832066"/>
              <a:gd name="connsiteX5" fmla="*/ 0 w 757637"/>
              <a:gd name="connsiteY5" fmla="*/ 0 h 832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2066">
                <a:moveTo>
                  <a:pt x="0" y="0"/>
                </a:moveTo>
                <a:lnTo>
                  <a:pt x="757637" y="87051"/>
                </a:lnTo>
                <a:lnTo>
                  <a:pt x="695518" y="470422"/>
                </a:lnTo>
                <a:cubicBezTo>
                  <a:pt x="672395" y="611853"/>
                  <a:pt x="587369" y="730014"/>
                  <a:pt x="470578" y="798746"/>
                </a:cubicBezTo>
                <a:lnTo>
                  <a:pt x="400666" y="832066"/>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2" name="Freeform: Shape 14">
            <a:extLst>
              <a:ext uri="{FF2B5EF4-FFF2-40B4-BE49-F238E27FC236}">
                <a16:creationId xmlns:a16="http://schemas.microsoft.com/office/drawing/2014/main" id="{D3A39B89-1263-44BE-ACC6-15AE5220956C}"/>
              </a:ext>
            </a:extLst>
          </p:cNvPr>
          <p:cNvSpPr/>
          <p:nvPr/>
        </p:nvSpPr>
        <p:spPr>
          <a:xfrm>
            <a:off x="3425018" y="2143831"/>
            <a:ext cx="358299" cy="392952"/>
          </a:xfrm>
          <a:custGeom>
            <a:avLst/>
            <a:gdLst>
              <a:gd name="connsiteX0" fmla="*/ 180180 w 757637"/>
              <a:gd name="connsiteY0" fmla="*/ 0 h 1943071"/>
              <a:gd name="connsiteX1" fmla="*/ 757637 w 757637"/>
              <a:gd name="connsiteY1" fmla="*/ 1199209 h 1943071"/>
              <a:gd name="connsiteX2" fmla="*/ 695767 w 757637"/>
              <a:gd name="connsiteY2" fmla="*/ 1581044 h 1943071"/>
              <a:gd name="connsiteX3" fmla="*/ 470827 w 757637"/>
              <a:gd name="connsiteY3" fmla="*/ 1909368 h 1943071"/>
              <a:gd name="connsiteX4" fmla="*/ 400110 w 757637"/>
              <a:gd name="connsiteY4" fmla="*/ 1943071 h 1943071"/>
              <a:gd name="connsiteX5" fmla="*/ 0 w 757637"/>
              <a:gd name="connsiteY5" fmla="*/ 1112159 h 1943071"/>
              <a:gd name="connsiteX0" fmla="*/ 0 w 757637"/>
              <a:gd name="connsiteY0" fmla="*/ 0 h 830912"/>
              <a:gd name="connsiteX1" fmla="*/ 757637 w 757637"/>
              <a:gd name="connsiteY1" fmla="*/ 87050 h 830912"/>
              <a:gd name="connsiteX2" fmla="*/ 695767 w 757637"/>
              <a:gd name="connsiteY2" fmla="*/ 468885 h 830912"/>
              <a:gd name="connsiteX3" fmla="*/ 470827 w 757637"/>
              <a:gd name="connsiteY3" fmla="*/ 797209 h 830912"/>
              <a:gd name="connsiteX4" fmla="*/ 400110 w 757637"/>
              <a:gd name="connsiteY4" fmla="*/ 830912 h 830912"/>
              <a:gd name="connsiteX5" fmla="*/ 0 w 757637"/>
              <a:gd name="connsiteY5" fmla="*/ 0 h 830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912">
                <a:moveTo>
                  <a:pt x="0" y="0"/>
                </a:moveTo>
                <a:lnTo>
                  <a:pt x="757637" y="87050"/>
                </a:lnTo>
                <a:lnTo>
                  <a:pt x="695767" y="468885"/>
                </a:lnTo>
                <a:cubicBezTo>
                  <a:pt x="672644" y="610316"/>
                  <a:pt x="587618" y="728477"/>
                  <a:pt x="470827" y="797209"/>
                </a:cubicBezTo>
                <a:lnTo>
                  <a:pt x="400110" y="830912"/>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3" name="Freeform: Shape 15">
            <a:extLst>
              <a:ext uri="{FF2B5EF4-FFF2-40B4-BE49-F238E27FC236}">
                <a16:creationId xmlns:a16="http://schemas.microsoft.com/office/drawing/2014/main" id="{8B4D5D00-B5A8-4E4C-AF88-55DB23EC2882}"/>
              </a:ext>
            </a:extLst>
          </p:cNvPr>
          <p:cNvSpPr/>
          <p:nvPr/>
        </p:nvSpPr>
        <p:spPr>
          <a:xfrm>
            <a:off x="4308869" y="2140359"/>
            <a:ext cx="358299" cy="395558"/>
          </a:xfrm>
          <a:custGeom>
            <a:avLst/>
            <a:gdLst>
              <a:gd name="connsiteX0" fmla="*/ 180180 w 757637"/>
              <a:gd name="connsiteY0" fmla="*/ 0 h 1948581"/>
              <a:gd name="connsiteX1" fmla="*/ 757637 w 757637"/>
              <a:gd name="connsiteY1" fmla="*/ 1199210 h 1948581"/>
              <a:gd name="connsiteX2" fmla="*/ 694578 w 757637"/>
              <a:gd name="connsiteY2" fmla="*/ 1588385 h 1948581"/>
              <a:gd name="connsiteX3" fmla="*/ 469638 w 757637"/>
              <a:gd name="connsiteY3" fmla="*/ 1916709 h 1948581"/>
              <a:gd name="connsiteX4" fmla="*/ 402763 w 757637"/>
              <a:gd name="connsiteY4" fmla="*/ 1948581 h 1948581"/>
              <a:gd name="connsiteX5" fmla="*/ 0 w 757637"/>
              <a:gd name="connsiteY5" fmla="*/ 1112160 h 1948581"/>
              <a:gd name="connsiteX0" fmla="*/ 0 w 757637"/>
              <a:gd name="connsiteY0" fmla="*/ 0 h 836421"/>
              <a:gd name="connsiteX1" fmla="*/ 757637 w 757637"/>
              <a:gd name="connsiteY1" fmla="*/ 87050 h 836421"/>
              <a:gd name="connsiteX2" fmla="*/ 694578 w 757637"/>
              <a:gd name="connsiteY2" fmla="*/ 476225 h 836421"/>
              <a:gd name="connsiteX3" fmla="*/ 469638 w 757637"/>
              <a:gd name="connsiteY3" fmla="*/ 804549 h 836421"/>
              <a:gd name="connsiteX4" fmla="*/ 402763 w 757637"/>
              <a:gd name="connsiteY4" fmla="*/ 836421 h 836421"/>
              <a:gd name="connsiteX5" fmla="*/ 0 w 757637"/>
              <a:gd name="connsiteY5" fmla="*/ 0 h 836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6421">
                <a:moveTo>
                  <a:pt x="0" y="0"/>
                </a:moveTo>
                <a:lnTo>
                  <a:pt x="757637" y="87050"/>
                </a:lnTo>
                <a:lnTo>
                  <a:pt x="694578" y="476225"/>
                </a:lnTo>
                <a:cubicBezTo>
                  <a:pt x="671455" y="617656"/>
                  <a:pt x="586429" y="735817"/>
                  <a:pt x="469638" y="804549"/>
                </a:cubicBezTo>
                <a:lnTo>
                  <a:pt x="402763" y="836421"/>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4" name="Shape">
            <a:extLst>
              <a:ext uri="{FF2B5EF4-FFF2-40B4-BE49-F238E27FC236}">
                <a16:creationId xmlns:a16="http://schemas.microsoft.com/office/drawing/2014/main" id="{15854ADD-0B0E-48F6-9914-4981FFDCB08E}"/>
              </a:ext>
            </a:extLst>
          </p:cNvPr>
          <p:cNvSpPr/>
          <p:nvPr/>
        </p:nvSpPr>
        <p:spPr>
          <a:xfrm>
            <a:off x="660207" y="1618209"/>
            <a:ext cx="615471"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5" name="Shape">
            <a:extLst>
              <a:ext uri="{FF2B5EF4-FFF2-40B4-BE49-F238E27FC236}">
                <a16:creationId xmlns:a16="http://schemas.microsoft.com/office/drawing/2014/main" id="{DD100861-9E1E-404B-8C6A-9C9FA5CEC44E}"/>
              </a:ext>
            </a:extLst>
          </p:cNvPr>
          <p:cNvSpPr/>
          <p:nvPr/>
        </p:nvSpPr>
        <p:spPr>
          <a:xfrm>
            <a:off x="708863" y="1666866"/>
            <a:ext cx="524903"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6" name="Shape">
            <a:extLst>
              <a:ext uri="{FF2B5EF4-FFF2-40B4-BE49-F238E27FC236}">
                <a16:creationId xmlns:a16="http://schemas.microsoft.com/office/drawing/2014/main" id="{2DDF2F81-3E5B-4D65-96BE-98B90A54CF1C}"/>
              </a:ext>
            </a:extLst>
          </p:cNvPr>
          <p:cNvSpPr/>
          <p:nvPr/>
        </p:nvSpPr>
        <p:spPr>
          <a:xfrm>
            <a:off x="1558706" y="1618209"/>
            <a:ext cx="615471"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7" name="Shape">
            <a:extLst>
              <a:ext uri="{FF2B5EF4-FFF2-40B4-BE49-F238E27FC236}">
                <a16:creationId xmlns:a16="http://schemas.microsoft.com/office/drawing/2014/main" id="{9309A60F-0116-47FA-A362-B3EC6489AE6E}"/>
              </a:ext>
            </a:extLst>
          </p:cNvPr>
          <p:cNvSpPr/>
          <p:nvPr/>
        </p:nvSpPr>
        <p:spPr>
          <a:xfrm>
            <a:off x="1597631"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8" name="Shape">
            <a:extLst>
              <a:ext uri="{FF2B5EF4-FFF2-40B4-BE49-F238E27FC236}">
                <a16:creationId xmlns:a16="http://schemas.microsoft.com/office/drawing/2014/main" id="{89569F5E-3AFD-429F-9C1A-1E3C80C8579A}"/>
              </a:ext>
            </a:extLst>
          </p:cNvPr>
          <p:cNvSpPr/>
          <p:nvPr/>
        </p:nvSpPr>
        <p:spPr>
          <a:xfrm>
            <a:off x="2444247"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5"/>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9" name="Shape">
            <a:extLst>
              <a:ext uri="{FF2B5EF4-FFF2-40B4-BE49-F238E27FC236}">
                <a16:creationId xmlns:a16="http://schemas.microsoft.com/office/drawing/2014/main" id="{CC9A9436-DABB-4C75-A891-EC246013C98E}"/>
              </a:ext>
            </a:extLst>
          </p:cNvPr>
          <p:cNvSpPr/>
          <p:nvPr/>
        </p:nvSpPr>
        <p:spPr>
          <a:xfrm>
            <a:off x="2483172"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0" name="Shape">
            <a:extLst>
              <a:ext uri="{FF2B5EF4-FFF2-40B4-BE49-F238E27FC236}">
                <a16:creationId xmlns:a16="http://schemas.microsoft.com/office/drawing/2014/main" id="{98F319FB-DF36-4F7C-B517-8DEF00A5DC1F}"/>
              </a:ext>
            </a:extLst>
          </p:cNvPr>
          <p:cNvSpPr/>
          <p:nvPr/>
        </p:nvSpPr>
        <p:spPr>
          <a:xfrm>
            <a:off x="3329788"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1" name="Shape">
            <a:extLst>
              <a:ext uri="{FF2B5EF4-FFF2-40B4-BE49-F238E27FC236}">
                <a16:creationId xmlns:a16="http://schemas.microsoft.com/office/drawing/2014/main" id="{F2096A87-D7DB-49D3-9B10-E8F5E5080FB7}"/>
              </a:ext>
            </a:extLst>
          </p:cNvPr>
          <p:cNvSpPr/>
          <p:nvPr/>
        </p:nvSpPr>
        <p:spPr>
          <a:xfrm>
            <a:off x="3378444"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2" name="Shape">
            <a:extLst>
              <a:ext uri="{FF2B5EF4-FFF2-40B4-BE49-F238E27FC236}">
                <a16:creationId xmlns:a16="http://schemas.microsoft.com/office/drawing/2014/main" id="{55F5B11E-C027-45A7-B3C9-54BC83C01605}"/>
              </a:ext>
            </a:extLst>
          </p:cNvPr>
          <p:cNvSpPr/>
          <p:nvPr/>
        </p:nvSpPr>
        <p:spPr>
          <a:xfrm>
            <a:off x="4215329"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3" name="Shape">
            <a:extLst>
              <a:ext uri="{FF2B5EF4-FFF2-40B4-BE49-F238E27FC236}">
                <a16:creationId xmlns:a16="http://schemas.microsoft.com/office/drawing/2014/main" id="{37470297-237C-46DF-BF60-1C06637EE0D9}"/>
              </a:ext>
            </a:extLst>
          </p:cNvPr>
          <p:cNvSpPr/>
          <p:nvPr/>
        </p:nvSpPr>
        <p:spPr>
          <a:xfrm>
            <a:off x="1373813"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4" name="Shape">
            <a:extLst>
              <a:ext uri="{FF2B5EF4-FFF2-40B4-BE49-F238E27FC236}">
                <a16:creationId xmlns:a16="http://schemas.microsoft.com/office/drawing/2014/main" id="{46559341-5BFC-4DCE-AE34-4567F7BD40CE}"/>
              </a:ext>
            </a:extLst>
          </p:cNvPr>
          <p:cNvSpPr/>
          <p:nvPr/>
        </p:nvSpPr>
        <p:spPr>
          <a:xfrm>
            <a:off x="2259354"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424"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5" name="Shape">
            <a:extLst>
              <a:ext uri="{FF2B5EF4-FFF2-40B4-BE49-F238E27FC236}">
                <a16:creationId xmlns:a16="http://schemas.microsoft.com/office/drawing/2014/main" id="{3F22B2A2-0CBC-413F-B382-98FD30FF09FD}"/>
              </a:ext>
            </a:extLst>
          </p:cNvPr>
          <p:cNvSpPr/>
          <p:nvPr/>
        </p:nvSpPr>
        <p:spPr>
          <a:xfrm>
            <a:off x="3144895"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6" name="Shape">
            <a:extLst>
              <a:ext uri="{FF2B5EF4-FFF2-40B4-BE49-F238E27FC236}">
                <a16:creationId xmlns:a16="http://schemas.microsoft.com/office/drawing/2014/main" id="{FA693E53-A414-4BF0-9FE9-F1CFFD66A0A6}"/>
              </a:ext>
            </a:extLst>
          </p:cNvPr>
          <p:cNvSpPr/>
          <p:nvPr/>
        </p:nvSpPr>
        <p:spPr>
          <a:xfrm>
            <a:off x="4030435"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7" name="TextBox 29">
            <a:extLst>
              <a:ext uri="{FF2B5EF4-FFF2-40B4-BE49-F238E27FC236}">
                <a16:creationId xmlns:a16="http://schemas.microsoft.com/office/drawing/2014/main" id="{788BA6C4-3595-49AE-8E1F-8FE4423CE9E5}"/>
              </a:ext>
            </a:extLst>
          </p:cNvPr>
          <p:cNvSpPr txBox="1"/>
          <p:nvPr/>
        </p:nvSpPr>
        <p:spPr>
          <a:xfrm>
            <a:off x="789990" y="1795910"/>
            <a:ext cx="369613" cy="276999"/>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01</a:t>
            </a:r>
          </a:p>
        </p:txBody>
      </p:sp>
      <p:sp>
        <p:nvSpPr>
          <p:cNvPr id="79" name="TextBox 31">
            <a:extLst>
              <a:ext uri="{FF2B5EF4-FFF2-40B4-BE49-F238E27FC236}">
                <a16:creationId xmlns:a16="http://schemas.microsoft.com/office/drawing/2014/main" id="{5193166C-4B86-4502-ACC6-A97220CC3D1C}"/>
              </a:ext>
            </a:extLst>
          </p:cNvPr>
          <p:cNvSpPr txBox="1"/>
          <p:nvPr/>
        </p:nvSpPr>
        <p:spPr>
          <a:xfrm>
            <a:off x="2576516" y="1785961"/>
            <a:ext cx="337975" cy="261610"/>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03</a:t>
            </a:r>
          </a:p>
        </p:txBody>
      </p:sp>
      <p:grpSp>
        <p:nvGrpSpPr>
          <p:cNvPr id="81" name="Group 33">
            <a:extLst>
              <a:ext uri="{FF2B5EF4-FFF2-40B4-BE49-F238E27FC236}">
                <a16:creationId xmlns:a16="http://schemas.microsoft.com/office/drawing/2014/main" id="{1E1C450E-65F1-4BA8-A607-603E75E8CC0C}"/>
              </a:ext>
            </a:extLst>
          </p:cNvPr>
          <p:cNvGrpSpPr/>
          <p:nvPr/>
        </p:nvGrpSpPr>
        <p:grpSpPr>
          <a:xfrm>
            <a:off x="245275" y="2643365"/>
            <a:ext cx="1089430" cy="400403"/>
            <a:chOff x="332933" y="2620027"/>
            <a:chExt cx="2926083" cy="846667"/>
          </a:xfrm>
        </p:grpSpPr>
        <p:sp>
          <p:nvSpPr>
            <p:cNvPr id="82" name="TextBox 34">
              <a:extLst>
                <a:ext uri="{FF2B5EF4-FFF2-40B4-BE49-F238E27FC236}">
                  <a16:creationId xmlns:a16="http://schemas.microsoft.com/office/drawing/2014/main" id="{9151C725-96F0-4289-A08A-41B41052B996}"/>
                </a:ext>
              </a:extLst>
            </p:cNvPr>
            <p:cNvSpPr txBox="1"/>
            <p:nvPr/>
          </p:nvSpPr>
          <p:spPr>
            <a:xfrm>
              <a:off x="332933" y="2620027"/>
              <a:ext cx="2926080" cy="564573"/>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noProof="1"/>
                <a:t>Operative Context</a:t>
              </a:r>
            </a:p>
          </p:txBody>
        </p:sp>
        <p:sp>
          <p:nvSpPr>
            <p:cNvPr id="83" name="TextBox 35">
              <a:extLst>
                <a:ext uri="{FF2B5EF4-FFF2-40B4-BE49-F238E27FC236}">
                  <a16:creationId xmlns:a16="http://schemas.microsoft.com/office/drawing/2014/main" id="{59D73C24-C618-4606-BA3A-27F199293A86}"/>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84" name="TextBox 36">
            <a:extLst>
              <a:ext uri="{FF2B5EF4-FFF2-40B4-BE49-F238E27FC236}">
                <a16:creationId xmlns:a16="http://schemas.microsoft.com/office/drawing/2014/main" id="{B6AD38E7-2D3B-4048-B0E5-720CCD72D3AC}"/>
              </a:ext>
            </a:extLst>
          </p:cNvPr>
          <p:cNvSpPr txBox="1"/>
          <p:nvPr/>
        </p:nvSpPr>
        <p:spPr>
          <a:xfrm>
            <a:off x="2254621" y="2684594"/>
            <a:ext cx="1448954" cy="22576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b="1" dirty="0">
                <a:solidFill>
                  <a:srgbClr val="3B3535"/>
                </a:solidFill>
                <a:ea typeface="Sora Semi Bold" pitchFamily="34" charset="-122"/>
                <a:cs typeface="Sora Semi Bold" pitchFamily="34" charset="-120"/>
              </a:rPr>
              <a:t>Proposed System</a:t>
            </a:r>
          </a:p>
        </p:txBody>
      </p:sp>
      <p:sp>
        <p:nvSpPr>
          <p:cNvPr id="85" name="TextBox 38">
            <a:extLst>
              <a:ext uri="{FF2B5EF4-FFF2-40B4-BE49-F238E27FC236}">
                <a16:creationId xmlns:a16="http://schemas.microsoft.com/office/drawing/2014/main" id="{BF060646-F392-40FE-9EE5-C994C1EC970A}"/>
              </a:ext>
            </a:extLst>
          </p:cNvPr>
          <p:cNvSpPr txBox="1"/>
          <p:nvPr/>
        </p:nvSpPr>
        <p:spPr>
          <a:xfrm>
            <a:off x="4245974" y="2588081"/>
            <a:ext cx="1089429" cy="482248"/>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dirty="0">
                <a:solidFill>
                  <a:srgbClr val="3B3535"/>
                </a:solidFill>
                <a:ea typeface="Sora Semi Bold" pitchFamily="34" charset="-122"/>
                <a:cs typeface="Sora Semi Bold" pitchFamily="34" charset="-120"/>
              </a:rPr>
              <a:t>Conclusions, Limitations and Future Work</a:t>
            </a:r>
            <a:endParaRPr lang="en-US" sz="1100" dirty="0"/>
          </a:p>
        </p:txBody>
      </p:sp>
      <p:grpSp>
        <p:nvGrpSpPr>
          <p:cNvPr id="86" name="Group 40">
            <a:extLst>
              <a:ext uri="{FF2B5EF4-FFF2-40B4-BE49-F238E27FC236}">
                <a16:creationId xmlns:a16="http://schemas.microsoft.com/office/drawing/2014/main" id="{A92C83CC-50E1-40F4-A2A4-4D7F56D8474B}"/>
              </a:ext>
            </a:extLst>
          </p:cNvPr>
          <p:cNvGrpSpPr/>
          <p:nvPr/>
        </p:nvGrpSpPr>
        <p:grpSpPr>
          <a:xfrm>
            <a:off x="1482835" y="722003"/>
            <a:ext cx="1376480" cy="640848"/>
            <a:chOff x="332936" y="2111597"/>
            <a:chExt cx="3697066" cy="1355097"/>
          </a:xfrm>
        </p:grpSpPr>
        <p:sp>
          <p:nvSpPr>
            <p:cNvPr id="87" name="TextBox 41">
              <a:extLst>
                <a:ext uri="{FF2B5EF4-FFF2-40B4-BE49-F238E27FC236}">
                  <a16:creationId xmlns:a16="http://schemas.microsoft.com/office/drawing/2014/main" id="{D035D648-B23C-45C9-A078-0786848454EB}"/>
                </a:ext>
              </a:extLst>
            </p:cNvPr>
            <p:cNvSpPr txBox="1"/>
            <p:nvPr/>
          </p:nvSpPr>
          <p:spPr>
            <a:xfrm>
              <a:off x="457679" y="2111597"/>
              <a:ext cx="3572323" cy="91112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r>
                <a:rPr lang="en-US" sz="1100" dirty="0">
                  <a:latin typeface="+mj-lt"/>
                  <a:ea typeface="Calibri"/>
                  <a:cs typeface="Calibri"/>
                </a:rPr>
                <a:t>Foundation and Existing Approaches</a:t>
              </a:r>
              <a:endParaRPr lang="en-US" sz="1100" dirty="0">
                <a:latin typeface="+mj-lt"/>
              </a:endParaRPr>
            </a:p>
          </p:txBody>
        </p:sp>
        <p:sp>
          <p:nvSpPr>
            <p:cNvPr id="88" name="TextBox 42">
              <a:extLst>
                <a:ext uri="{FF2B5EF4-FFF2-40B4-BE49-F238E27FC236}">
                  <a16:creationId xmlns:a16="http://schemas.microsoft.com/office/drawing/2014/main" id="{61D1E6F6-17EE-46E2-AC38-832A6CA95042}"/>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89" name="TextBox 43">
            <a:extLst>
              <a:ext uri="{FF2B5EF4-FFF2-40B4-BE49-F238E27FC236}">
                <a16:creationId xmlns:a16="http://schemas.microsoft.com/office/drawing/2014/main" id="{703F03B8-2BF8-4A12-97BB-EDC87664AA50}"/>
              </a:ext>
            </a:extLst>
          </p:cNvPr>
          <p:cNvSpPr txBox="1"/>
          <p:nvPr/>
        </p:nvSpPr>
        <p:spPr>
          <a:xfrm>
            <a:off x="3438475" y="1803604"/>
            <a:ext cx="362694"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solidFill>
                  <a:schemeClr val="tx1">
                    <a:lumMod val="85000"/>
                    <a:lumOff val="15000"/>
                  </a:schemeClr>
                </a:solidFill>
              </a:rPr>
              <a:t>04</a:t>
            </a:r>
          </a:p>
        </p:txBody>
      </p:sp>
      <p:sp>
        <p:nvSpPr>
          <p:cNvPr id="90" name="Shape">
            <a:extLst>
              <a:ext uri="{FF2B5EF4-FFF2-40B4-BE49-F238E27FC236}">
                <a16:creationId xmlns:a16="http://schemas.microsoft.com/office/drawing/2014/main" id="{E608C453-6424-4559-8DE3-FC6C9DAE63FC}"/>
              </a:ext>
            </a:extLst>
          </p:cNvPr>
          <p:cNvSpPr/>
          <p:nvPr/>
        </p:nvSpPr>
        <p:spPr>
          <a:xfrm>
            <a:off x="4256159" y="1673443"/>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05</a:t>
            </a:r>
          </a:p>
        </p:txBody>
      </p:sp>
      <p:sp>
        <p:nvSpPr>
          <p:cNvPr id="91" name="TextBox 45">
            <a:extLst>
              <a:ext uri="{FF2B5EF4-FFF2-40B4-BE49-F238E27FC236}">
                <a16:creationId xmlns:a16="http://schemas.microsoft.com/office/drawing/2014/main" id="{175485A2-CBFE-49FA-BDCF-51A3FE6B6001}"/>
              </a:ext>
            </a:extLst>
          </p:cNvPr>
          <p:cNvSpPr txBox="1"/>
          <p:nvPr/>
        </p:nvSpPr>
        <p:spPr>
          <a:xfrm>
            <a:off x="1687762" y="1811299"/>
            <a:ext cx="337975"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02</a:t>
            </a:r>
          </a:p>
        </p:txBody>
      </p:sp>
      <p:sp>
        <p:nvSpPr>
          <p:cNvPr id="92" name="TextBox 46">
            <a:extLst>
              <a:ext uri="{FF2B5EF4-FFF2-40B4-BE49-F238E27FC236}">
                <a16:creationId xmlns:a16="http://schemas.microsoft.com/office/drawing/2014/main" id="{D7FA9E16-1299-477B-9973-E5B607820A43}"/>
              </a:ext>
            </a:extLst>
          </p:cNvPr>
          <p:cNvSpPr txBox="1"/>
          <p:nvPr/>
        </p:nvSpPr>
        <p:spPr>
          <a:xfrm>
            <a:off x="3351778" y="896614"/>
            <a:ext cx="1490370" cy="225767"/>
          </a:xfrm>
          <a:prstGeom prst="rect">
            <a:avLst/>
          </a:prstGeom>
          <a:noFill/>
        </p:spPr>
        <p:txBody>
          <a:bodyPr wrap="square">
            <a:spAutoFit/>
          </a:bodyPr>
          <a:lstStyle/>
          <a:p>
            <a:pPr>
              <a:lnSpc>
                <a:spcPts val="1044"/>
              </a:lnSpc>
            </a:pPr>
            <a:r>
              <a:rPr lang="en-US" sz="1100" dirty="0">
                <a:solidFill>
                  <a:srgbClr val="3B3535"/>
                </a:solidFill>
                <a:latin typeface="+mn-lt"/>
                <a:ea typeface="Sora Semi Bold" pitchFamily="34" charset="-122"/>
                <a:cs typeface="Sora Semi Bold" pitchFamily="34" charset="-120"/>
              </a:rPr>
              <a:t>System Evaluation</a:t>
            </a:r>
            <a:endParaRPr lang="en-US" sz="1100" dirty="0">
              <a:latin typeface="+mn-lt"/>
            </a:endParaRPr>
          </a:p>
        </p:txBody>
      </p:sp>
    </p:spTree>
    <p:extLst>
      <p:ext uri="{BB962C8B-B14F-4D97-AF65-F5344CB8AC3E}">
        <p14:creationId xmlns:p14="http://schemas.microsoft.com/office/powerpoint/2010/main" val="31069927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F35DB-7A9F-DA9D-F47F-F915A8ECCEFF}"/>
              </a:ext>
            </a:extLst>
          </p:cNvPr>
          <p:cNvSpPr>
            <a:spLocks noGrp="1"/>
          </p:cNvSpPr>
          <p:nvPr>
            <p:ph type="title"/>
          </p:nvPr>
        </p:nvSpPr>
        <p:spPr>
          <a:xfrm>
            <a:off x="1060945" y="240230"/>
            <a:ext cx="4598710" cy="215444"/>
          </a:xfrm>
        </p:spPr>
        <p:txBody>
          <a:bodyPr wrap="square" lIns="0" tIns="0" rIns="0" bIns="0" anchor="t">
            <a:spAutoFit/>
          </a:bodyPr>
          <a:lstStyle/>
          <a:p>
            <a:r>
              <a:rPr lang="en-US" dirty="0">
                <a:ea typeface="Calibri"/>
              </a:rPr>
              <a:t>FUNES System</a:t>
            </a:r>
            <a:endParaRPr lang="en-US" dirty="0"/>
          </a:p>
        </p:txBody>
      </p:sp>
      <p:sp>
        <p:nvSpPr>
          <p:cNvPr id="5" name="CasellaDiTesto 4">
            <a:extLst>
              <a:ext uri="{FF2B5EF4-FFF2-40B4-BE49-F238E27FC236}">
                <a16:creationId xmlns:a16="http://schemas.microsoft.com/office/drawing/2014/main" id="{F9EC3A17-BB72-4A01-9667-F99C01ADBA9F}"/>
              </a:ext>
            </a:extLst>
          </p:cNvPr>
          <p:cNvSpPr txBox="1"/>
          <p:nvPr/>
        </p:nvSpPr>
        <p:spPr>
          <a:xfrm>
            <a:off x="283945" y="802822"/>
            <a:ext cx="2180122" cy="1692771"/>
          </a:xfrm>
          <a:prstGeom prst="rect">
            <a:avLst/>
          </a:prstGeom>
          <a:noFill/>
        </p:spPr>
        <p:txBody>
          <a:bodyPr wrap="square" rtlCol="0">
            <a:spAutoFit/>
          </a:bodyPr>
          <a:lstStyle/>
          <a:p>
            <a:pPr marL="171450" indent="-171450">
              <a:spcAft>
                <a:spcPts val="300"/>
              </a:spcAft>
              <a:buFont typeface="Arial" panose="020B0604020202020204" pitchFamily="34" charset="0"/>
              <a:buChar char="•"/>
            </a:pPr>
            <a:r>
              <a:rPr lang="it-IT" sz="900" dirty="0"/>
              <a:t>The </a:t>
            </a:r>
            <a:r>
              <a:rPr lang="it-IT" sz="900" dirty="0">
                <a:ea typeface="Calibri"/>
              </a:rPr>
              <a:t>FUNES </a:t>
            </a:r>
            <a:r>
              <a:rPr lang="it-IT" sz="900" dirty="0"/>
              <a:t>system </a:t>
            </a:r>
            <a:r>
              <a:rPr lang="it-IT" sz="900" dirty="0" err="1"/>
              <a:t>is</a:t>
            </a:r>
            <a:r>
              <a:rPr lang="it-IT" sz="900" dirty="0"/>
              <a:t> </a:t>
            </a:r>
            <a:r>
              <a:rPr lang="it-IT" sz="900" dirty="0" err="1"/>
              <a:t>designed</a:t>
            </a:r>
            <a:r>
              <a:rPr lang="it-IT" sz="900" dirty="0"/>
              <a:t> to</a:t>
            </a:r>
            <a:r>
              <a:rPr lang="en-US" sz="900" dirty="0"/>
              <a:t> be an </a:t>
            </a:r>
            <a:r>
              <a:rPr lang="en-US" sz="900" b="1" dirty="0"/>
              <a:t>intermediate layer </a:t>
            </a:r>
            <a:r>
              <a:rPr lang="en-US" sz="900" dirty="0"/>
              <a:t>between existing mission operational systems and human operators</a:t>
            </a:r>
            <a:r>
              <a:rPr lang="it-IT" sz="900" dirty="0"/>
              <a:t>.</a:t>
            </a:r>
          </a:p>
          <a:p>
            <a:pPr>
              <a:spcAft>
                <a:spcPts val="300"/>
              </a:spcAft>
            </a:pPr>
            <a:endParaRPr lang="it-IT" sz="900" dirty="0"/>
          </a:p>
          <a:p>
            <a:pPr marL="171450" indent="-171450">
              <a:spcAft>
                <a:spcPts val="300"/>
              </a:spcAft>
              <a:buFont typeface="Arial" panose="020B0604020202020204" pitchFamily="34" charset="0"/>
              <a:buChar char="•"/>
            </a:pPr>
            <a:r>
              <a:rPr lang="en-US" sz="900" dirty="0"/>
              <a:t>It does not replace mission operators, it </a:t>
            </a:r>
            <a:r>
              <a:rPr lang="en-US" sz="900" b="1" dirty="0"/>
              <a:t>supports </a:t>
            </a:r>
            <a:r>
              <a:rPr lang="en-US" sz="900" dirty="0"/>
              <a:t>human decision-making by </a:t>
            </a:r>
            <a:r>
              <a:rPr lang="en-US" sz="900" b="1" dirty="0"/>
              <a:t>improving</a:t>
            </a:r>
            <a:r>
              <a:rPr lang="en-US" sz="900" dirty="0"/>
              <a:t> situational awareness, reducing information fragmentation, and providing </a:t>
            </a:r>
            <a:r>
              <a:rPr lang="en-US" sz="900" b="1" dirty="0"/>
              <a:t>recommendations</a:t>
            </a:r>
            <a:r>
              <a:rPr lang="en-US" sz="900" dirty="0"/>
              <a:t>.</a:t>
            </a:r>
            <a:endParaRPr lang="it-IT" sz="900" dirty="0"/>
          </a:p>
        </p:txBody>
      </p:sp>
      <p:sp>
        <p:nvSpPr>
          <p:cNvPr id="3" name="CasellaDiTesto 2">
            <a:extLst>
              <a:ext uri="{FF2B5EF4-FFF2-40B4-BE49-F238E27FC236}">
                <a16:creationId xmlns:a16="http://schemas.microsoft.com/office/drawing/2014/main" id="{B06CEE30-A6A9-4154-BDA7-BAE54C5131F0}"/>
              </a:ext>
            </a:extLst>
          </p:cNvPr>
          <p:cNvSpPr txBox="1"/>
          <p:nvPr/>
        </p:nvSpPr>
        <p:spPr>
          <a:xfrm>
            <a:off x="4282819" y="347952"/>
            <a:ext cx="819455" cy="169277"/>
          </a:xfrm>
          <a:prstGeom prst="rect">
            <a:avLst/>
          </a:prstGeom>
          <a:noFill/>
          <a:ln>
            <a:solidFill>
              <a:srgbClr val="802B2A"/>
            </a:solidFill>
          </a:ln>
        </p:spPr>
        <p:txBody>
          <a:bodyPr wrap="none" rtlCol="0">
            <a:spAutoFit/>
          </a:bodyPr>
          <a:lstStyle/>
          <a:p>
            <a:r>
              <a:rPr lang="it-IT" sz="500" b="1" dirty="0"/>
              <a:t>Custom RAG system</a:t>
            </a:r>
          </a:p>
        </p:txBody>
      </p:sp>
      <p:cxnSp>
        <p:nvCxnSpPr>
          <p:cNvPr id="7" name="Connettore a gomito 6">
            <a:extLst>
              <a:ext uri="{FF2B5EF4-FFF2-40B4-BE49-F238E27FC236}">
                <a16:creationId xmlns:a16="http://schemas.microsoft.com/office/drawing/2014/main" id="{ECDB4C29-B2BA-433B-8D41-5240B331A959}"/>
              </a:ext>
            </a:extLst>
          </p:cNvPr>
          <p:cNvCxnSpPr>
            <a:stCxn id="3" idx="1"/>
          </p:cNvCxnSpPr>
          <p:nvPr/>
        </p:nvCxnSpPr>
        <p:spPr>
          <a:xfrm rot="10800000" flipV="1">
            <a:off x="4129911" y="432590"/>
            <a:ext cx="152909" cy="152711"/>
          </a:xfrm>
          <a:prstGeom prst="bentConnector3">
            <a:avLst>
              <a:gd name="adj1" fmla="val 100001"/>
            </a:avLst>
          </a:prstGeom>
          <a:ln>
            <a:solidFill>
              <a:srgbClr val="802B2B"/>
            </a:solidFill>
            <a:tailEnd type="triangle"/>
          </a:ln>
        </p:spPr>
        <p:style>
          <a:lnRef idx="1">
            <a:schemeClr val="accent1"/>
          </a:lnRef>
          <a:fillRef idx="0">
            <a:schemeClr val="accent1"/>
          </a:fillRef>
          <a:effectRef idx="0">
            <a:schemeClr val="accent1"/>
          </a:effectRef>
          <a:fontRef idx="minor">
            <a:schemeClr val="tx1"/>
          </a:fontRef>
        </p:style>
      </p:cxnSp>
      <p:sp>
        <p:nvSpPr>
          <p:cNvPr id="9" name="Rettangolo 8">
            <a:extLst>
              <a:ext uri="{FF2B5EF4-FFF2-40B4-BE49-F238E27FC236}">
                <a16:creationId xmlns:a16="http://schemas.microsoft.com/office/drawing/2014/main" id="{A34EE567-11C3-4BE3-A69A-5760D9834772}"/>
              </a:ext>
            </a:extLst>
          </p:cNvPr>
          <p:cNvSpPr/>
          <p:nvPr/>
        </p:nvSpPr>
        <p:spPr>
          <a:xfrm>
            <a:off x="3778218" y="1370071"/>
            <a:ext cx="703384" cy="379361"/>
          </a:xfrm>
          <a:prstGeom prst="rect">
            <a:avLst/>
          </a:prstGeom>
          <a:ln w="12700"/>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it-IT" sz="700" dirty="0"/>
              <a:t>CI-2 AI Module</a:t>
            </a:r>
          </a:p>
        </p:txBody>
      </p:sp>
      <p:sp>
        <p:nvSpPr>
          <p:cNvPr id="10" name="Rettangolo 9">
            <a:extLst>
              <a:ext uri="{FF2B5EF4-FFF2-40B4-BE49-F238E27FC236}">
                <a16:creationId xmlns:a16="http://schemas.microsoft.com/office/drawing/2014/main" id="{6E934243-CBFD-4C5B-8219-883BD0B6EA01}"/>
              </a:ext>
            </a:extLst>
          </p:cNvPr>
          <p:cNvSpPr/>
          <p:nvPr/>
        </p:nvSpPr>
        <p:spPr>
          <a:xfrm>
            <a:off x="2387065" y="1385362"/>
            <a:ext cx="683362" cy="356270"/>
          </a:xfrm>
          <a:prstGeom prst="rect">
            <a:avLst/>
          </a:prstGeom>
          <a:ln w="12700"/>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it-IT" sz="700" dirty="0"/>
              <a:t>CI-1 Data Processing</a:t>
            </a:r>
          </a:p>
        </p:txBody>
      </p:sp>
      <p:sp>
        <p:nvSpPr>
          <p:cNvPr id="11" name="Rettangolo 10">
            <a:extLst>
              <a:ext uri="{FF2B5EF4-FFF2-40B4-BE49-F238E27FC236}">
                <a16:creationId xmlns:a16="http://schemas.microsoft.com/office/drawing/2014/main" id="{B2437BC2-72F8-47B7-A4CF-5E4CA1250A8E}"/>
              </a:ext>
            </a:extLst>
          </p:cNvPr>
          <p:cNvSpPr/>
          <p:nvPr/>
        </p:nvSpPr>
        <p:spPr>
          <a:xfrm>
            <a:off x="3790451" y="585301"/>
            <a:ext cx="678919" cy="351692"/>
          </a:xfrm>
          <a:prstGeom prst="rect">
            <a:avLst/>
          </a:prstGeom>
          <a:ln w="12700"/>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it-IT" sz="700" dirty="0"/>
              <a:t>CI-5 Storage </a:t>
            </a:r>
          </a:p>
        </p:txBody>
      </p:sp>
      <p:sp>
        <p:nvSpPr>
          <p:cNvPr id="13" name="Rettangolo 12">
            <a:extLst>
              <a:ext uri="{FF2B5EF4-FFF2-40B4-BE49-F238E27FC236}">
                <a16:creationId xmlns:a16="http://schemas.microsoft.com/office/drawing/2014/main" id="{D6FCC3E0-AF1D-40D3-86F4-2F5DDAA472B5}"/>
              </a:ext>
            </a:extLst>
          </p:cNvPr>
          <p:cNvSpPr/>
          <p:nvPr/>
        </p:nvSpPr>
        <p:spPr>
          <a:xfrm>
            <a:off x="3778218" y="2070396"/>
            <a:ext cx="691152" cy="379361"/>
          </a:xfrm>
          <a:prstGeom prst="rect">
            <a:avLst/>
          </a:prstGeom>
          <a:ln w="12700"/>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it-IT" sz="700" dirty="0"/>
              <a:t>CI-3 UI</a:t>
            </a:r>
          </a:p>
        </p:txBody>
      </p:sp>
      <p:sp>
        <p:nvSpPr>
          <p:cNvPr id="14" name="Rettangolo 13">
            <a:extLst>
              <a:ext uri="{FF2B5EF4-FFF2-40B4-BE49-F238E27FC236}">
                <a16:creationId xmlns:a16="http://schemas.microsoft.com/office/drawing/2014/main" id="{1E787124-5DC0-4C48-AB34-7C61462F70F8}"/>
              </a:ext>
            </a:extLst>
          </p:cNvPr>
          <p:cNvSpPr/>
          <p:nvPr/>
        </p:nvSpPr>
        <p:spPr>
          <a:xfrm>
            <a:off x="4845527" y="2070396"/>
            <a:ext cx="717189" cy="379361"/>
          </a:xfrm>
          <a:prstGeom prst="rect">
            <a:avLst/>
          </a:prstGeom>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700" dirty="0"/>
              <a:t>CI-4 </a:t>
            </a:r>
            <a:r>
              <a:rPr lang="it-IT" sz="700" dirty="0" err="1"/>
              <a:t>Config</a:t>
            </a:r>
            <a:r>
              <a:rPr lang="it-IT" sz="700" dirty="0"/>
              <a:t> &amp; Model Management</a:t>
            </a:r>
          </a:p>
        </p:txBody>
      </p:sp>
      <p:cxnSp>
        <p:nvCxnSpPr>
          <p:cNvPr id="16" name="Connettore 2 15">
            <a:extLst>
              <a:ext uri="{FF2B5EF4-FFF2-40B4-BE49-F238E27FC236}">
                <a16:creationId xmlns:a16="http://schemas.microsoft.com/office/drawing/2014/main" id="{196B3579-8F4F-46BB-BD85-7C27AA83C6FD}"/>
              </a:ext>
            </a:extLst>
          </p:cNvPr>
          <p:cNvCxnSpPr>
            <a:cxnSpLocks/>
            <a:stCxn id="10" idx="3"/>
            <a:endCxn id="9" idx="1"/>
          </p:cNvCxnSpPr>
          <p:nvPr/>
        </p:nvCxnSpPr>
        <p:spPr>
          <a:xfrm flipV="1">
            <a:off x="3070427" y="1559752"/>
            <a:ext cx="707791" cy="37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9" name="Connettore 2 18">
            <a:extLst>
              <a:ext uri="{FF2B5EF4-FFF2-40B4-BE49-F238E27FC236}">
                <a16:creationId xmlns:a16="http://schemas.microsoft.com/office/drawing/2014/main" id="{358551B1-DF4A-4478-A411-27CE3053978E}"/>
              </a:ext>
            </a:extLst>
          </p:cNvPr>
          <p:cNvCxnSpPr/>
          <p:nvPr/>
        </p:nvCxnSpPr>
        <p:spPr>
          <a:xfrm>
            <a:off x="3935993" y="936993"/>
            <a:ext cx="0" cy="43307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Connettore 2 21">
            <a:extLst>
              <a:ext uri="{FF2B5EF4-FFF2-40B4-BE49-F238E27FC236}">
                <a16:creationId xmlns:a16="http://schemas.microsoft.com/office/drawing/2014/main" id="{D8B29E29-EEBD-4CE6-BDCC-80643E0D14DC}"/>
              </a:ext>
            </a:extLst>
          </p:cNvPr>
          <p:cNvCxnSpPr>
            <a:cxnSpLocks/>
          </p:cNvCxnSpPr>
          <p:nvPr/>
        </p:nvCxnSpPr>
        <p:spPr>
          <a:xfrm>
            <a:off x="3935993" y="1749432"/>
            <a:ext cx="0" cy="32096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4" name="Connettore 2 23">
            <a:extLst>
              <a:ext uri="{FF2B5EF4-FFF2-40B4-BE49-F238E27FC236}">
                <a16:creationId xmlns:a16="http://schemas.microsoft.com/office/drawing/2014/main" id="{1E0BAEFD-E6F2-4FF8-BB1C-85B804DA5EA6}"/>
              </a:ext>
            </a:extLst>
          </p:cNvPr>
          <p:cNvCxnSpPr>
            <a:cxnSpLocks/>
          </p:cNvCxnSpPr>
          <p:nvPr/>
        </p:nvCxnSpPr>
        <p:spPr>
          <a:xfrm flipV="1">
            <a:off x="4282819" y="1749432"/>
            <a:ext cx="1" cy="32096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7" name="Connettore 2 26">
            <a:extLst>
              <a:ext uri="{FF2B5EF4-FFF2-40B4-BE49-F238E27FC236}">
                <a16:creationId xmlns:a16="http://schemas.microsoft.com/office/drawing/2014/main" id="{D23F5BEE-0A11-4927-9A45-14E2B8005B7F}"/>
              </a:ext>
            </a:extLst>
          </p:cNvPr>
          <p:cNvCxnSpPr>
            <a:cxnSpLocks/>
            <a:stCxn id="13" idx="3"/>
            <a:endCxn id="14" idx="1"/>
          </p:cNvCxnSpPr>
          <p:nvPr/>
        </p:nvCxnSpPr>
        <p:spPr>
          <a:xfrm>
            <a:off x="4469370" y="2260077"/>
            <a:ext cx="37615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Connettore 2 29">
            <a:extLst>
              <a:ext uri="{FF2B5EF4-FFF2-40B4-BE49-F238E27FC236}">
                <a16:creationId xmlns:a16="http://schemas.microsoft.com/office/drawing/2014/main" id="{016C5D55-4E1C-4638-9834-B0DFA6AEC766}"/>
              </a:ext>
            </a:extLst>
          </p:cNvPr>
          <p:cNvCxnSpPr>
            <a:cxnSpLocks/>
          </p:cNvCxnSpPr>
          <p:nvPr/>
        </p:nvCxnSpPr>
        <p:spPr>
          <a:xfrm flipV="1">
            <a:off x="4282819" y="922885"/>
            <a:ext cx="0" cy="451660"/>
          </a:xfrm>
          <a:prstGeom prst="straightConnector1">
            <a:avLst/>
          </a:prstGeom>
          <a:ln>
            <a:prstDash val="sysDot"/>
            <a:tailEnd type="triangle"/>
          </a:ln>
        </p:spPr>
        <p:style>
          <a:lnRef idx="1">
            <a:schemeClr val="dk1"/>
          </a:lnRef>
          <a:fillRef idx="0">
            <a:schemeClr val="dk1"/>
          </a:fillRef>
          <a:effectRef idx="0">
            <a:schemeClr val="dk1"/>
          </a:effectRef>
          <a:fontRef idx="minor">
            <a:schemeClr val="tx1"/>
          </a:fontRef>
        </p:style>
      </p:cxnSp>
      <p:cxnSp>
        <p:nvCxnSpPr>
          <p:cNvPr id="33" name="Connettore a gomito 32">
            <a:extLst>
              <a:ext uri="{FF2B5EF4-FFF2-40B4-BE49-F238E27FC236}">
                <a16:creationId xmlns:a16="http://schemas.microsoft.com/office/drawing/2014/main" id="{C53CA2DA-BC4E-44E0-A109-643FC62A32C3}"/>
              </a:ext>
            </a:extLst>
          </p:cNvPr>
          <p:cNvCxnSpPr>
            <a:cxnSpLocks/>
          </p:cNvCxnSpPr>
          <p:nvPr/>
        </p:nvCxnSpPr>
        <p:spPr>
          <a:xfrm rot="16200000" flipH="1">
            <a:off x="3223119" y="1664548"/>
            <a:ext cx="700326" cy="40987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5" name="Connettore a gomito 34">
            <a:extLst>
              <a:ext uri="{FF2B5EF4-FFF2-40B4-BE49-F238E27FC236}">
                <a16:creationId xmlns:a16="http://schemas.microsoft.com/office/drawing/2014/main" id="{53CC80B3-D0A0-4243-94B0-B7CB88613A97}"/>
              </a:ext>
            </a:extLst>
          </p:cNvPr>
          <p:cNvCxnSpPr>
            <a:cxnSpLocks/>
          </p:cNvCxnSpPr>
          <p:nvPr/>
        </p:nvCxnSpPr>
        <p:spPr>
          <a:xfrm rot="5400000" flipH="1" flipV="1">
            <a:off x="3154703" y="930555"/>
            <a:ext cx="842840" cy="415551"/>
          </a:xfrm>
          <a:prstGeom prst="bentConnector3">
            <a:avLst>
              <a:gd name="adj1" fmla="val 99817"/>
            </a:avLst>
          </a:prstGeom>
          <a:ln>
            <a:prstDash val="sysDot"/>
            <a:tailEnd type="triangle"/>
          </a:ln>
        </p:spPr>
        <p:style>
          <a:lnRef idx="1">
            <a:schemeClr val="dk1"/>
          </a:lnRef>
          <a:fillRef idx="0">
            <a:schemeClr val="dk1"/>
          </a:fillRef>
          <a:effectRef idx="0">
            <a:schemeClr val="dk1"/>
          </a:effectRef>
          <a:fontRef idx="minor">
            <a:schemeClr val="tx1"/>
          </a:fontRef>
        </p:style>
      </p:cxnSp>
      <p:cxnSp>
        <p:nvCxnSpPr>
          <p:cNvPr id="37" name="Connettore a gomito 36">
            <a:extLst>
              <a:ext uri="{FF2B5EF4-FFF2-40B4-BE49-F238E27FC236}">
                <a16:creationId xmlns:a16="http://schemas.microsoft.com/office/drawing/2014/main" id="{D602F56D-A425-476C-9CCE-FAFAD17C489E}"/>
              </a:ext>
            </a:extLst>
          </p:cNvPr>
          <p:cNvCxnSpPr>
            <a:cxnSpLocks/>
          </p:cNvCxnSpPr>
          <p:nvPr/>
        </p:nvCxnSpPr>
        <p:spPr>
          <a:xfrm rot="10800000" flipH="1">
            <a:off x="3778218" y="844970"/>
            <a:ext cx="12233" cy="1498930"/>
          </a:xfrm>
          <a:prstGeom prst="bentConnector3">
            <a:avLst>
              <a:gd name="adj1" fmla="val -1868716"/>
            </a:avLst>
          </a:prstGeom>
          <a:ln>
            <a:prstDash val="sysDot"/>
            <a:tailEnd type="triangle"/>
          </a:ln>
        </p:spPr>
        <p:style>
          <a:lnRef idx="1">
            <a:schemeClr val="dk1"/>
          </a:lnRef>
          <a:fillRef idx="0">
            <a:schemeClr val="dk1"/>
          </a:fillRef>
          <a:effectRef idx="0">
            <a:schemeClr val="dk1"/>
          </a:effectRef>
          <a:fontRef idx="minor">
            <a:schemeClr val="tx1"/>
          </a:fontRef>
        </p:style>
      </p:cxnSp>
      <p:cxnSp>
        <p:nvCxnSpPr>
          <p:cNvPr id="43" name="Connettore a gomito 42">
            <a:extLst>
              <a:ext uri="{FF2B5EF4-FFF2-40B4-BE49-F238E27FC236}">
                <a16:creationId xmlns:a16="http://schemas.microsoft.com/office/drawing/2014/main" id="{63362B8B-1155-43E3-B9E7-BA99E733DCC1}"/>
              </a:ext>
            </a:extLst>
          </p:cNvPr>
          <p:cNvCxnSpPr>
            <a:stCxn id="14" idx="0"/>
            <a:endCxn id="9" idx="3"/>
          </p:cNvCxnSpPr>
          <p:nvPr/>
        </p:nvCxnSpPr>
        <p:spPr>
          <a:xfrm rot="16200000" flipV="1">
            <a:off x="4587540" y="1453814"/>
            <a:ext cx="510644" cy="722520"/>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44" name="Connettore a gomito 43">
            <a:extLst>
              <a:ext uri="{FF2B5EF4-FFF2-40B4-BE49-F238E27FC236}">
                <a16:creationId xmlns:a16="http://schemas.microsoft.com/office/drawing/2014/main" id="{AC2475DD-E9EC-4FAD-9000-FFAB773FE92C}"/>
              </a:ext>
            </a:extLst>
          </p:cNvPr>
          <p:cNvCxnSpPr>
            <a:cxnSpLocks/>
            <a:stCxn id="14" idx="0"/>
            <a:endCxn id="11" idx="3"/>
          </p:cNvCxnSpPr>
          <p:nvPr/>
        </p:nvCxnSpPr>
        <p:spPr>
          <a:xfrm rot="16200000" flipV="1">
            <a:off x="4182122" y="1048396"/>
            <a:ext cx="1309249" cy="734752"/>
          </a:xfrm>
          <a:prstGeom prst="bentConnector2">
            <a:avLst/>
          </a:prstGeom>
          <a:ln>
            <a:prstDash val="sysDot"/>
            <a:tailEnd type="triangle"/>
          </a:ln>
        </p:spPr>
        <p:style>
          <a:lnRef idx="1">
            <a:schemeClr val="dk1"/>
          </a:lnRef>
          <a:fillRef idx="0">
            <a:schemeClr val="dk1"/>
          </a:fillRef>
          <a:effectRef idx="0">
            <a:schemeClr val="dk1"/>
          </a:effectRef>
          <a:fontRef idx="minor">
            <a:schemeClr val="tx1"/>
          </a:fontRef>
        </p:style>
      </p:cxnSp>
      <p:cxnSp>
        <p:nvCxnSpPr>
          <p:cNvPr id="48" name="Connettore a gomito 47">
            <a:extLst>
              <a:ext uri="{FF2B5EF4-FFF2-40B4-BE49-F238E27FC236}">
                <a16:creationId xmlns:a16="http://schemas.microsoft.com/office/drawing/2014/main" id="{6990C6C9-FF8A-4D8B-811B-781D1BD0CDCC}"/>
              </a:ext>
            </a:extLst>
          </p:cNvPr>
          <p:cNvCxnSpPr>
            <a:stCxn id="14" idx="2"/>
            <a:endCxn id="10" idx="2"/>
          </p:cNvCxnSpPr>
          <p:nvPr/>
        </p:nvCxnSpPr>
        <p:spPr>
          <a:xfrm rot="5400000" flipH="1">
            <a:off x="3612371" y="858007"/>
            <a:ext cx="708125" cy="2475376"/>
          </a:xfrm>
          <a:prstGeom prst="bentConnector3">
            <a:avLst>
              <a:gd name="adj1" fmla="val -32282"/>
            </a:avLst>
          </a:prstGeom>
          <a:ln>
            <a:tailEnd type="triangle"/>
          </a:ln>
        </p:spPr>
        <p:style>
          <a:lnRef idx="1">
            <a:schemeClr val="dk1"/>
          </a:lnRef>
          <a:fillRef idx="0">
            <a:schemeClr val="dk1"/>
          </a:fillRef>
          <a:effectRef idx="0">
            <a:schemeClr val="dk1"/>
          </a:effectRef>
          <a:fontRef idx="minor">
            <a:schemeClr val="tx1"/>
          </a:fontRef>
        </p:style>
      </p:cxnSp>
      <p:sp>
        <p:nvSpPr>
          <p:cNvPr id="49" name="CasellaDiTesto 48">
            <a:extLst>
              <a:ext uri="{FF2B5EF4-FFF2-40B4-BE49-F238E27FC236}">
                <a16:creationId xmlns:a16="http://schemas.microsoft.com/office/drawing/2014/main" id="{E5A9194C-0973-45FE-9DF6-495C266FA018}"/>
              </a:ext>
            </a:extLst>
          </p:cNvPr>
          <p:cNvSpPr txBox="1"/>
          <p:nvPr/>
        </p:nvSpPr>
        <p:spPr>
          <a:xfrm>
            <a:off x="4612225" y="1369933"/>
            <a:ext cx="575718" cy="169277"/>
          </a:xfrm>
          <a:prstGeom prst="rect">
            <a:avLst/>
          </a:prstGeom>
          <a:noFill/>
        </p:spPr>
        <p:txBody>
          <a:bodyPr wrap="square" rtlCol="0">
            <a:spAutoFit/>
          </a:bodyPr>
          <a:lstStyle/>
          <a:p>
            <a:r>
              <a:rPr lang="it-IT" sz="500" dirty="0"/>
              <a:t>AI </a:t>
            </a:r>
            <a:r>
              <a:rPr lang="it-IT" sz="500" dirty="0" err="1"/>
              <a:t>config</a:t>
            </a:r>
            <a:endParaRPr lang="it-IT" sz="500" dirty="0"/>
          </a:p>
        </p:txBody>
      </p:sp>
      <p:sp>
        <p:nvSpPr>
          <p:cNvPr id="50" name="CasellaDiTesto 49">
            <a:extLst>
              <a:ext uri="{FF2B5EF4-FFF2-40B4-BE49-F238E27FC236}">
                <a16:creationId xmlns:a16="http://schemas.microsoft.com/office/drawing/2014/main" id="{707A5043-ECE3-4B0D-A281-D879E6A773E1}"/>
              </a:ext>
            </a:extLst>
          </p:cNvPr>
          <p:cNvSpPr txBox="1"/>
          <p:nvPr/>
        </p:nvSpPr>
        <p:spPr>
          <a:xfrm>
            <a:off x="4636221" y="607259"/>
            <a:ext cx="575718" cy="169277"/>
          </a:xfrm>
          <a:prstGeom prst="rect">
            <a:avLst/>
          </a:prstGeom>
          <a:noFill/>
        </p:spPr>
        <p:txBody>
          <a:bodyPr wrap="square" rtlCol="0">
            <a:spAutoFit/>
          </a:bodyPr>
          <a:lstStyle/>
          <a:p>
            <a:r>
              <a:rPr lang="it-IT" sz="500" dirty="0"/>
              <a:t>SM </a:t>
            </a:r>
            <a:r>
              <a:rPr lang="it-IT" sz="500" dirty="0" err="1"/>
              <a:t>config</a:t>
            </a:r>
            <a:endParaRPr lang="it-IT" sz="500" dirty="0"/>
          </a:p>
        </p:txBody>
      </p:sp>
      <p:sp>
        <p:nvSpPr>
          <p:cNvPr id="51" name="CasellaDiTesto 50">
            <a:extLst>
              <a:ext uri="{FF2B5EF4-FFF2-40B4-BE49-F238E27FC236}">
                <a16:creationId xmlns:a16="http://schemas.microsoft.com/office/drawing/2014/main" id="{FB605540-A55A-4D58-85C0-FE27C5C44937}"/>
              </a:ext>
            </a:extLst>
          </p:cNvPr>
          <p:cNvSpPr txBox="1"/>
          <p:nvPr/>
        </p:nvSpPr>
        <p:spPr>
          <a:xfrm>
            <a:off x="4446190" y="2126731"/>
            <a:ext cx="575718" cy="246221"/>
          </a:xfrm>
          <a:prstGeom prst="rect">
            <a:avLst/>
          </a:prstGeom>
          <a:noFill/>
        </p:spPr>
        <p:txBody>
          <a:bodyPr wrap="square" rtlCol="0">
            <a:spAutoFit/>
          </a:bodyPr>
          <a:lstStyle/>
          <a:p>
            <a:r>
              <a:rPr lang="it-IT" sz="500" dirty="0" err="1"/>
              <a:t>Config</a:t>
            </a:r>
            <a:r>
              <a:rPr lang="it-IT" sz="500" dirty="0"/>
              <a:t> settings</a:t>
            </a:r>
          </a:p>
        </p:txBody>
      </p:sp>
      <p:sp>
        <p:nvSpPr>
          <p:cNvPr id="52" name="CasellaDiTesto 51">
            <a:extLst>
              <a:ext uri="{FF2B5EF4-FFF2-40B4-BE49-F238E27FC236}">
                <a16:creationId xmlns:a16="http://schemas.microsoft.com/office/drawing/2014/main" id="{9141898E-A64D-46C8-AFF1-D410FBF9FF96}"/>
              </a:ext>
            </a:extLst>
          </p:cNvPr>
          <p:cNvSpPr txBox="1"/>
          <p:nvPr/>
        </p:nvSpPr>
        <p:spPr>
          <a:xfrm>
            <a:off x="3825022" y="2533571"/>
            <a:ext cx="656781" cy="169277"/>
          </a:xfrm>
          <a:prstGeom prst="rect">
            <a:avLst/>
          </a:prstGeom>
          <a:noFill/>
        </p:spPr>
        <p:txBody>
          <a:bodyPr wrap="square" rtlCol="0">
            <a:spAutoFit/>
          </a:bodyPr>
          <a:lstStyle/>
          <a:p>
            <a:r>
              <a:rPr lang="it-IT" sz="500" dirty="0"/>
              <a:t>DPM </a:t>
            </a:r>
            <a:r>
              <a:rPr lang="it-IT" sz="500" dirty="0" err="1"/>
              <a:t>config</a:t>
            </a:r>
            <a:endParaRPr lang="it-IT" sz="500" dirty="0"/>
          </a:p>
        </p:txBody>
      </p:sp>
      <p:sp>
        <p:nvSpPr>
          <p:cNvPr id="53" name="CasellaDiTesto 52">
            <a:extLst>
              <a:ext uri="{FF2B5EF4-FFF2-40B4-BE49-F238E27FC236}">
                <a16:creationId xmlns:a16="http://schemas.microsoft.com/office/drawing/2014/main" id="{2F6B068E-9FB1-4209-8A2F-13B3A4B4B22B}"/>
              </a:ext>
            </a:extLst>
          </p:cNvPr>
          <p:cNvSpPr txBox="1"/>
          <p:nvPr/>
        </p:nvSpPr>
        <p:spPr>
          <a:xfrm>
            <a:off x="4245161" y="1827271"/>
            <a:ext cx="575718" cy="169277"/>
          </a:xfrm>
          <a:prstGeom prst="rect">
            <a:avLst/>
          </a:prstGeom>
          <a:noFill/>
        </p:spPr>
        <p:txBody>
          <a:bodyPr wrap="square" rtlCol="0">
            <a:spAutoFit/>
          </a:bodyPr>
          <a:lstStyle/>
          <a:p>
            <a:r>
              <a:rPr lang="it-IT" sz="500" dirty="0"/>
              <a:t>Queries</a:t>
            </a:r>
          </a:p>
        </p:txBody>
      </p:sp>
      <p:sp>
        <p:nvSpPr>
          <p:cNvPr id="54" name="CasellaDiTesto 53">
            <a:extLst>
              <a:ext uri="{FF2B5EF4-FFF2-40B4-BE49-F238E27FC236}">
                <a16:creationId xmlns:a16="http://schemas.microsoft.com/office/drawing/2014/main" id="{1C927BF8-F710-4204-AC45-89487CA6F8AC}"/>
              </a:ext>
            </a:extLst>
          </p:cNvPr>
          <p:cNvSpPr txBox="1"/>
          <p:nvPr/>
        </p:nvSpPr>
        <p:spPr>
          <a:xfrm>
            <a:off x="3860666" y="1749431"/>
            <a:ext cx="575718" cy="246221"/>
          </a:xfrm>
          <a:prstGeom prst="rect">
            <a:avLst/>
          </a:prstGeom>
          <a:noFill/>
        </p:spPr>
        <p:txBody>
          <a:bodyPr wrap="square" rtlCol="0">
            <a:spAutoFit/>
          </a:bodyPr>
          <a:lstStyle/>
          <a:p>
            <a:r>
              <a:rPr lang="it-IT" sz="500" dirty="0" err="1"/>
              <a:t>Inference</a:t>
            </a:r>
            <a:r>
              <a:rPr lang="it-IT" sz="500" dirty="0"/>
              <a:t> </a:t>
            </a:r>
            <a:r>
              <a:rPr lang="it-IT" sz="500" dirty="0" err="1"/>
              <a:t>results</a:t>
            </a:r>
            <a:endParaRPr lang="it-IT" sz="500" dirty="0"/>
          </a:p>
        </p:txBody>
      </p:sp>
      <p:sp>
        <p:nvSpPr>
          <p:cNvPr id="55" name="CasellaDiTesto 54">
            <a:extLst>
              <a:ext uri="{FF2B5EF4-FFF2-40B4-BE49-F238E27FC236}">
                <a16:creationId xmlns:a16="http://schemas.microsoft.com/office/drawing/2014/main" id="{74F4E444-48D6-47BD-AF64-FDBFA4478873}"/>
              </a:ext>
            </a:extLst>
          </p:cNvPr>
          <p:cNvSpPr txBox="1"/>
          <p:nvPr/>
        </p:nvSpPr>
        <p:spPr>
          <a:xfrm>
            <a:off x="4230983" y="1024323"/>
            <a:ext cx="575718" cy="246221"/>
          </a:xfrm>
          <a:prstGeom prst="rect">
            <a:avLst/>
          </a:prstGeom>
          <a:noFill/>
        </p:spPr>
        <p:txBody>
          <a:bodyPr wrap="square" rtlCol="0">
            <a:spAutoFit/>
          </a:bodyPr>
          <a:lstStyle/>
          <a:p>
            <a:r>
              <a:rPr lang="it-IT" sz="500" dirty="0" err="1"/>
              <a:t>Inference</a:t>
            </a:r>
            <a:r>
              <a:rPr lang="it-IT" sz="500" dirty="0"/>
              <a:t> </a:t>
            </a:r>
            <a:r>
              <a:rPr lang="it-IT" sz="500" dirty="0" err="1"/>
              <a:t>results</a:t>
            </a:r>
            <a:endParaRPr lang="it-IT" sz="500" dirty="0"/>
          </a:p>
        </p:txBody>
      </p:sp>
      <p:sp>
        <p:nvSpPr>
          <p:cNvPr id="56" name="CasellaDiTesto 55">
            <a:extLst>
              <a:ext uri="{FF2B5EF4-FFF2-40B4-BE49-F238E27FC236}">
                <a16:creationId xmlns:a16="http://schemas.microsoft.com/office/drawing/2014/main" id="{15E61EF5-028F-4B7E-A9AE-28930A46F1A1}"/>
              </a:ext>
            </a:extLst>
          </p:cNvPr>
          <p:cNvSpPr txBox="1"/>
          <p:nvPr/>
        </p:nvSpPr>
        <p:spPr>
          <a:xfrm>
            <a:off x="3855021" y="991091"/>
            <a:ext cx="477904" cy="169277"/>
          </a:xfrm>
          <a:prstGeom prst="rect">
            <a:avLst/>
          </a:prstGeom>
          <a:noFill/>
        </p:spPr>
        <p:txBody>
          <a:bodyPr wrap="square" rtlCol="0">
            <a:spAutoFit/>
          </a:bodyPr>
          <a:lstStyle/>
          <a:p>
            <a:r>
              <a:rPr lang="it-IT" sz="500" dirty="0"/>
              <a:t>RAG data</a:t>
            </a:r>
          </a:p>
        </p:txBody>
      </p:sp>
      <p:sp>
        <p:nvSpPr>
          <p:cNvPr id="57" name="CasellaDiTesto 56">
            <a:extLst>
              <a:ext uri="{FF2B5EF4-FFF2-40B4-BE49-F238E27FC236}">
                <a16:creationId xmlns:a16="http://schemas.microsoft.com/office/drawing/2014/main" id="{3749F3AB-029B-409F-BBAA-9D34B07E4B8B}"/>
              </a:ext>
            </a:extLst>
          </p:cNvPr>
          <p:cNvSpPr txBox="1"/>
          <p:nvPr/>
        </p:nvSpPr>
        <p:spPr>
          <a:xfrm>
            <a:off x="3482956" y="1831390"/>
            <a:ext cx="634543" cy="246221"/>
          </a:xfrm>
          <a:prstGeom prst="rect">
            <a:avLst/>
          </a:prstGeom>
          <a:noFill/>
        </p:spPr>
        <p:txBody>
          <a:bodyPr wrap="square" rtlCol="0">
            <a:spAutoFit/>
          </a:bodyPr>
          <a:lstStyle/>
          <a:p>
            <a:r>
              <a:rPr lang="it-IT" sz="500" dirty="0" err="1"/>
              <a:t>Operators</a:t>
            </a:r>
            <a:endParaRPr lang="it-IT" sz="500" dirty="0"/>
          </a:p>
          <a:p>
            <a:r>
              <a:rPr lang="it-IT" sz="500" dirty="0"/>
              <a:t>interactions</a:t>
            </a:r>
          </a:p>
        </p:txBody>
      </p:sp>
      <p:sp>
        <p:nvSpPr>
          <p:cNvPr id="58" name="CasellaDiTesto 57">
            <a:extLst>
              <a:ext uri="{FF2B5EF4-FFF2-40B4-BE49-F238E27FC236}">
                <a16:creationId xmlns:a16="http://schemas.microsoft.com/office/drawing/2014/main" id="{30E4CC19-A5B0-4597-B702-344622C8BBF9}"/>
              </a:ext>
            </a:extLst>
          </p:cNvPr>
          <p:cNvSpPr txBox="1"/>
          <p:nvPr/>
        </p:nvSpPr>
        <p:spPr>
          <a:xfrm>
            <a:off x="2995869" y="1442376"/>
            <a:ext cx="634543" cy="215444"/>
          </a:xfrm>
          <a:prstGeom prst="rect">
            <a:avLst/>
          </a:prstGeom>
          <a:noFill/>
        </p:spPr>
        <p:txBody>
          <a:bodyPr wrap="square" rtlCol="0">
            <a:spAutoFit/>
          </a:bodyPr>
          <a:lstStyle/>
          <a:p>
            <a:r>
              <a:rPr lang="it-IT" sz="400" dirty="0" err="1"/>
              <a:t>Normalized</a:t>
            </a:r>
            <a:r>
              <a:rPr lang="it-IT" sz="400" dirty="0"/>
              <a:t> </a:t>
            </a:r>
          </a:p>
          <a:p>
            <a:r>
              <a:rPr lang="it-IT" sz="400" dirty="0"/>
              <a:t>data</a:t>
            </a:r>
          </a:p>
        </p:txBody>
      </p:sp>
      <p:cxnSp>
        <p:nvCxnSpPr>
          <p:cNvPr id="64" name="Connettore 2 63">
            <a:extLst>
              <a:ext uri="{FF2B5EF4-FFF2-40B4-BE49-F238E27FC236}">
                <a16:creationId xmlns:a16="http://schemas.microsoft.com/office/drawing/2014/main" id="{6BD6B0DD-708E-444E-B9AC-E9139F898622}"/>
              </a:ext>
            </a:extLst>
          </p:cNvPr>
          <p:cNvCxnSpPr>
            <a:cxnSpLocks/>
          </p:cNvCxnSpPr>
          <p:nvPr/>
        </p:nvCxnSpPr>
        <p:spPr>
          <a:xfrm flipH="1">
            <a:off x="2727220" y="1067310"/>
            <a:ext cx="1525" cy="32168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6" name="CasellaDiTesto 65">
            <a:extLst>
              <a:ext uri="{FF2B5EF4-FFF2-40B4-BE49-F238E27FC236}">
                <a16:creationId xmlns:a16="http://schemas.microsoft.com/office/drawing/2014/main" id="{9EFBA908-73E8-4E63-9F77-502C23C9F802}"/>
              </a:ext>
            </a:extLst>
          </p:cNvPr>
          <p:cNvSpPr txBox="1"/>
          <p:nvPr/>
        </p:nvSpPr>
        <p:spPr>
          <a:xfrm>
            <a:off x="2413943" y="738219"/>
            <a:ext cx="625274" cy="369332"/>
          </a:xfrm>
          <a:prstGeom prst="rect">
            <a:avLst/>
          </a:prstGeom>
          <a:noFill/>
        </p:spPr>
        <p:txBody>
          <a:bodyPr wrap="square" rtlCol="0">
            <a:spAutoFit/>
          </a:bodyPr>
          <a:lstStyle/>
          <a:p>
            <a:pPr algn="ctr"/>
            <a:r>
              <a:rPr lang="it-IT" sz="600" b="1" dirty="0" err="1"/>
              <a:t>External</a:t>
            </a:r>
            <a:r>
              <a:rPr lang="it-IT" sz="600" b="1" dirty="0"/>
              <a:t> data sources</a:t>
            </a:r>
          </a:p>
        </p:txBody>
      </p:sp>
    </p:spTree>
    <p:extLst>
      <p:ext uri="{BB962C8B-B14F-4D97-AF65-F5344CB8AC3E}">
        <p14:creationId xmlns:p14="http://schemas.microsoft.com/office/powerpoint/2010/main" val="41206682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F35DB-7A9F-DA9D-F47F-F915A8ECCEFF}"/>
              </a:ext>
            </a:extLst>
          </p:cNvPr>
          <p:cNvSpPr>
            <a:spLocks noGrp="1"/>
          </p:cNvSpPr>
          <p:nvPr>
            <p:ph type="title"/>
          </p:nvPr>
        </p:nvSpPr>
        <p:spPr>
          <a:xfrm>
            <a:off x="1060945" y="240230"/>
            <a:ext cx="4598710" cy="215444"/>
          </a:xfrm>
        </p:spPr>
        <p:txBody>
          <a:bodyPr wrap="square" lIns="0" tIns="0" rIns="0" bIns="0" anchor="t">
            <a:spAutoFit/>
          </a:bodyPr>
          <a:lstStyle/>
          <a:p>
            <a:r>
              <a:rPr lang="en-US" dirty="0">
                <a:ea typeface="Calibri"/>
              </a:rPr>
              <a:t>FUNES System – PoC Chat capability</a:t>
            </a:r>
            <a:endParaRPr lang="en-US" dirty="0"/>
          </a:p>
        </p:txBody>
      </p:sp>
      <p:pic>
        <p:nvPicPr>
          <p:cNvPr id="1026" name="Picture 2">
            <a:extLst>
              <a:ext uri="{FF2B5EF4-FFF2-40B4-BE49-F238E27FC236}">
                <a16:creationId xmlns:a16="http://schemas.microsoft.com/office/drawing/2014/main" id="{9681C3AE-344A-4E07-8693-CF2B69FF34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945" y="606389"/>
            <a:ext cx="4022398" cy="24310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78056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F35DB-7A9F-DA9D-F47F-F915A8ECCEFF}"/>
              </a:ext>
            </a:extLst>
          </p:cNvPr>
          <p:cNvSpPr>
            <a:spLocks noGrp="1"/>
          </p:cNvSpPr>
          <p:nvPr>
            <p:ph type="title"/>
          </p:nvPr>
        </p:nvSpPr>
        <p:spPr>
          <a:xfrm>
            <a:off x="1060945" y="240230"/>
            <a:ext cx="4297826" cy="215444"/>
          </a:xfrm>
        </p:spPr>
        <p:txBody>
          <a:bodyPr wrap="square" lIns="0" tIns="0" rIns="0" bIns="0" anchor="t">
            <a:spAutoFit/>
          </a:bodyPr>
          <a:lstStyle/>
          <a:p>
            <a:r>
              <a:rPr lang="en-US" dirty="0">
                <a:ea typeface="Calibri"/>
              </a:rPr>
              <a:t>FUNES PoC - AI Module</a:t>
            </a:r>
            <a:endParaRPr lang="en-US" dirty="0"/>
          </a:p>
        </p:txBody>
      </p:sp>
      <p:pic>
        <p:nvPicPr>
          <p:cNvPr id="4" name="Immagine 3">
            <a:extLst>
              <a:ext uri="{FF2B5EF4-FFF2-40B4-BE49-F238E27FC236}">
                <a16:creationId xmlns:a16="http://schemas.microsoft.com/office/drawing/2014/main" id="{B0395179-CCC3-4D40-8E64-EC8F0D1EC3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35789" y="630455"/>
            <a:ext cx="2730298" cy="2066777"/>
          </a:xfrm>
          <a:prstGeom prst="rect">
            <a:avLst/>
          </a:prstGeom>
        </p:spPr>
      </p:pic>
      <p:sp>
        <p:nvSpPr>
          <p:cNvPr id="5" name="CasellaDiTesto 4">
            <a:extLst>
              <a:ext uri="{FF2B5EF4-FFF2-40B4-BE49-F238E27FC236}">
                <a16:creationId xmlns:a16="http://schemas.microsoft.com/office/drawing/2014/main" id="{38CEDCAD-175F-4CEE-AE11-C75F26B18933}"/>
              </a:ext>
            </a:extLst>
          </p:cNvPr>
          <p:cNvSpPr txBox="1"/>
          <p:nvPr/>
        </p:nvSpPr>
        <p:spPr>
          <a:xfrm>
            <a:off x="336885" y="837398"/>
            <a:ext cx="1891364" cy="1731243"/>
          </a:xfrm>
          <a:prstGeom prst="rect">
            <a:avLst/>
          </a:prstGeom>
          <a:noFill/>
        </p:spPr>
        <p:txBody>
          <a:bodyPr wrap="square" rtlCol="0">
            <a:spAutoFit/>
          </a:bodyPr>
          <a:lstStyle/>
          <a:p>
            <a:pPr marL="171450" indent="-171450">
              <a:spcAft>
                <a:spcPts val="300"/>
              </a:spcAft>
              <a:buFont typeface="Arial" panose="020B0604020202020204" pitchFamily="34" charset="0"/>
              <a:buChar char="•"/>
            </a:pPr>
            <a:r>
              <a:rPr lang="en-US" sz="800" b="1" dirty="0"/>
              <a:t>Multi-Agent Graph-Based Architecture (</a:t>
            </a:r>
            <a:r>
              <a:rPr lang="en-US" sz="800" b="1" dirty="0" err="1"/>
              <a:t>LangGraph</a:t>
            </a:r>
            <a:r>
              <a:rPr lang="en-US" sz="800" b="1" dirty="0"/>
              <a:t>):</a:t>
            </a:r>
            <a:r>
              <a:rPr lang="en-US" sz="800" dirty="0"/>
              <a:t> The system decomposes the decision-making process into specialized LLM components, coordinated through a shared execution state.</a:t>
            </a:r>
          </a:p>
          <a:p>
            <a:pPr marL="171450" indent="-171450">
              <a:spcAft>
                <a:spcPts val="300"/>
              </a:spcAft>
              <a:buFont typeface="Arial" panose="020B0604020202020204" pitchFamily="34" charset="0"/>
              <a:buChar char="•"/>
            </a:pPr>
            <a:r>
              <a:rPr lang="en-US" sz="800" b="1" dirty="0"/>
              <a:t>Role Specialization and Separation:</a:t>
            </a:r>
            <a:r>
              <a:rPr lang="en-US" sz="800" dirty="0"/>
              <a:t> Agents are divided into core-orchestration roles and tool-support agents, ensuring </a:t>
            </a:r>
            <a:r>
              <a:rPr lang="en-US" sz="800" u="sng" dirty="0"/>
              <a:t>evidence-grounded</a:t>
            </a:r>
            <a:r>
              <a:rPr lang="en-US" sz="800" dirty="0"/>
              <a:t> assessments with structured JSON outputs.</a:t>
            </a:r>
            <a:endParaRPr lang="it-IT" sz="800" dirty="0"/>
          </a:p>
        </p:txBody>
      </p:sp>
      <p:pic>
        <p:nvPicPr>
          <p:cNvPr id="7" name="Immagine 6">
            <a:extLst>
              <a:ext uri="{FF2B5EF4-FFF2-40B4-BE49-F238E27FC236}">
                <a16:creationId xmlns:a16="http://schemas.microsoft.com/office/drawing/2014/main" id="{0ECD526D-428C-4219-98EB-9700D5590C85}"/>
              </a:ext>
            </a:extLst>
          </p:cNvPr>
          <p:cNvPicPr>
            <a:picLocks noChangeAspect="1"/>
          </p:cNvPicPr>
          <p:nvPr/>
        </p:nvPicPr>
        <p:blipFill>
          <a:blip r:embed="rId3" cstate="print">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4723836" y="796470"/>
            <a:ext cx="416315" cy="416315"/>
          </a:xfrm>
          <a:prstGeom prst="rect">
            <a:avLst/>
          </a:prstGeom>
        </p:spPr>
      </p:pic>
      <p:sp>
        <p:nvSpPr>
          <p:cNvPr id="3" name="CasellaDiTesto 2">
            <a:extLst>
              <a:ext uri="{FF2B5EF4-FFF2-40B4-BE49-F238E27FC236}">
                <a16:creationId xmlns:a16="http://schemas.microsoft.com/office/drawing/2014/main" id="{A0CB99A1-6994-42EF-8717-ADF97A089450}"/>
              </a:ext>
            </a:extLst>
          </p:cNvPr>
          <p:cNvSpPr txBox="1"/>
          <p:nvPr/>
        </p:nvSpPr>
        <p:spPr>
          <a:xfrm>
            <a:off x="2984029" y="2751157"/>
            <a:ext cx="2340641" cy="307777"/>
          </a:xfrm>
          <a:prstGeom prst="rect">
            <a:avLst/>
          </a:prstGeom>
          <a:noFill/>
        </p:spPr>
        <p:txBody>
          <a:bodyPr wrap="square" rtlCol="0">
            <a:spAutoFit/>
          </a:bodyPr>
          <a:lstStyle/>
          <a:p>
            <a:pPr algn="ctr"/>
            <a:r>
              <a:rPr lang="it-IT" sz="700" dirty="0" err="1"/>
              <a:t>Every</a:t>
            </a:r>
            <a:r>
              <a:rPr lang="it-IT" sz="700" dirty="0"/>
              <a:t> LLM </a:t>
            </a:r>
            <a:r>
              <a:rPr lang="it-IT" sz="700" dirty="0" err="1"/>
              <a:t>is</a:t>
            </a:r>
            <a:r>
              <a:rPr lang="it-IT" sz="700" dirty="0"/>
              <a:t> </a:t>
            </a:r>
            <a:r>
              <a:rPr lang="it-IT" sz="700" dirty="0" err="1"/>
              <a:t>constrained</a:t>
            </a:r>
            <a:r>
              <a:rPr lang="it-IT" sz="700" dirty="0"/>
              <a:t> to follow a </a:t>
            </a:r>
            <a:r>
              <a:rPr lang="it-IT" sz="700" dirty="0" err="1"/>
              <a:t>specific</a:t>
            </a:r>
            <a:r>
              <a:rPr lang="it-IT" sz="700" dirty="0"/>
              <a:t> JSON </a:t>
            </a:r>
            <a:r>
              <a:rPr lang="it-IT" sz="700" dirty="0" err="1"/>
              <a:t>answer</a:t>
            </a:r>
            <a:r>
              <a:rPr lang="it-IT" sz="700" dirty="0"/>
              <a:t> model.</a:t>
            </a:r>
          </a:p>
        </p:txBody>
      </p:sp>
    </p:spTree>
    <p:extLst>
      <p:ext uri="{BB962C8B-B14F-4D97-AF65-F5344CB8AC3E}">
        <p14:creationId xmlns:p14="http://schemas.microsoft.com/office/powerpoint/2010/main" val="38023440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D1B18-96C0-B4EE-C81F-033F8F5704D9}"/>
            </a:ext>
          </a:extLst>
        </p:cNvPr>
        <p:cNvGrpSpPr/>
        <p:nvPr/>
      </p:nvGrpSpPr>
      <p:grpSpPr>
        <a:xfrm>
          <a:off x="0" y="0"/>
          <a:ext cx="0" cy="0"/>
          <a:chOff x="0" y="0"/>
          <a:chExt cx="0" cy="0"/>
        </a:xfrm>
      </p:grpSpPr>
      <p:sp>
        <p:nvSpPr>
          <p:cNvPr id="35" name="TextBox 34">
            <a:extLst>
              <a:ext uri="{FF2B5EF4-FFF2-40B4-BE49-F238E27FC236}">
                <a16:creationId xmlns:a16="http://schemas.microsoft.com/office/drawing/2014/main" id="{6EC5769F-5883-E614-255B-EB03D91030AB}"/>
              </a:ext>
            </a:extLst>
          </p:cNvPr>
          <p:cNvSpPr txBox="1"/>
          <p:nvPr/>
        </p:nvSpPr>
        <p:spPr>
          <a:xfrm>
            <a:off x="245275" y="2643365"/>
            <a:ext cx="1089429" cy="266996"/>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noProof="1"/>
              <a:t>Introduction</a:t>
            </a:r>
          </a:p>
        </p:txBody>
      </p:sp>
      <p:sp>
        <p:nvSpPr>
          <p:cNvPr id="36" name="TextBox 35">
            <a:extLst>
              <a:ext uri="{FF2B5EF4-FFF2-40B4-BE49-F238E27FC236}">
                <a16:creationId xmlns:a16="http://schemas.microsoft.com/office/drawing/2014/main" id="{F1AEB3F5-2171-33DF-EC72-F4BA6120FBE1}"/>
              </a:ext>
            </a:extLst>
          </p:cNvPr>
          <p:cNvSpPr txBox="1"/>
          <p:nvPr/>
        </p:nvSpPr>
        <p:spPr>
          <a:xfrm>
            <a:off x="245276" y="2864167"/>
            <a:ext cx="1089429" cy="179601"/>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nvGrpSpPr>
          <p:cNvPr id="41" name="Group 40">
            <a:extLst>
              <a:ext uri="{FF2B5EF4-FFF2-40B4-BE49-F238E27FC236}">
                <a16:creationId xmlns:a16="http://schemas.microsoft.com/office/drawing/2014/main" id="{C54DFA91-37A0-F850-2C73-53011ACD183C}"/>
              </a:ext>
            </a:extLst>
          </p:cNvPr>
          <p:cNvGrpSpPr/>
          <p:nvPr/>
        </p:nvGrpSpPr>
        <p:grpSpPr>
          <a:xfrm>
            <a:off x="1482835" y="722003"/>
            <a:ext cx="1376480" cy="640848"/>
            <a:chOff x="332936" y="2111597"/>
            <a:chExt cx="3697066" cy="1355097"/>
          </a:xfrm>
        </p:grpSpPr>
        <p:sp>
          <p:nvSpPr>
            <p:cNvPr id="42" name="TextBox 41">
              <a:extLst>
                <a:ext uri="{FF2B5EF4-FFF2-40B4-BE49-F238E27FC236}">
                  <a16:creationId xmlns:a16="http://schemas.microsoft.com/office/drawing/2014/main" id="{63781F1F-34CD-AA46-05D0-054AA433947A}"/>
                </a:ext>
              </a:extLst>
            </p:cNvPr>
            <p:cNvSpPr txBox="1"/>
            <p:nvPr/>
          </p:nvSpPr>
          <p:spPr>
            <a:xfrm>
              <a:off x="457679" y="2111597"/>
              <a:ext cx="3572323" cy="91112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r>
                <a:rPr lang="en-US" sz="1100">
                  <a:ea typeface="Calibri"/>
                  <a:cs typeface="Calibri"/>
                </a:rPr>
                <a:t>Foundation and Existing Approaches</a:t>
              </a:r>
              <a:endParaRPr lang="en-US" sz="1100"/>
            </a:p>
          </p:txBody>
        </p:sp>
        <p:sp>
          <p:nvSpPr>
            <p:cNvPr id="43" name="TextBox 42">
              <a:extLst>
                <a:ext uri="{FF2B5EF4-FFF2-40B4-BE49-F238E27FC236}">
                  <a16:creationId xmlns:a16="http://schemas.microsoft.com/office/drawing/2014/main" id="{D8676406-3203-6F63-3E57-523FE79024A0}"/>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49" name="TextBox 48">
            <a:extLst>
              <a:ext uri="{FF2B5EF4-FFF2-40B4-BE49-F238E27FC236}">
                <a16:creationId xmlns:a16="http://schemas.microsoft.com/office/drawing/2014/main" id="{7518B78C-AE0E-91F3-13CA-984D5EB5F4B6}"/>
              </a:ext>
            </a:extLst>
          </p:cNvPr>
          <p:cNvSpPr txBox="1"/>
          <p:nvPr/>
        </p:nvSpPr>
        <p:spPr>
          <a:xfrm>
            <a:off x="869002" y="114827"/>
            <a:ext cx="3238906" cy="307777"/>
          </a:xfrm>
          <a:prstGeom prst="rect">
            <a:avLst/>
          </a:prstGeom>
          <a:noFill/>
        </p:spPr>
        <p:txBody>
          <a:bodyPr wrap="square">
            <a:spAutoFit/>
          </a:bodyPr>
          <a:lstStyle/>
          <a:p>
            <a:r>
              <a:rPr lang="en-US" sz="1400" b="1" dirty="0">
                <a:solidFill>
                  <a:srgbClr val="953735"/>
                </a:solidFill>
                <a:latin typeface="Calibri"/>
                <a:ea typeface="Calibri"/>
                <a:cs typeface="Calibri"/>
              </a:rPr>
              <a:t>System Evaluation</a:t>
            </a:r>
            <a:endParaRPr lang="en-US" sz="1400" dirty="0"/>
          </a:p>
        </p:txBody>
      </p:sp>
      <p:sp>
        <p:nvSpPr>
          <p:cNvPr id="83" name="TextBox 35">
            <a:extLst>
              <a:ext uri="{FF2B5EF4-FFF2-40B4-BE49-F238E27FC236}">
                <a16:creationId xmlns:a16="http://schemas.microsoft.com/office/drawing/2014/main" id="{4619040B-CF8A-4011-B2FB-FEB37BF0C14C}"/>
              </a:ext>
            </a:extLst>
          </p:cNvPr>
          <p:cNvSpPr txBox="1"/>
          <p:nvPr/>
        </p:nvSpPr>
        <p:spPr>
          <a:xfrm>
            <a:off x="245276" y="2864167"/>
            <a:ext cx="1089429" cy="179601"/>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sp>
        <p:nvSpPr>
          <p:cNvPr id="85" name="TextBox 38">
            <a:extLst>
              <a:ext uri="{FF2B5EF4-FFF2-40B4-BE49-F238E27FC236}">
                <a16:creationId xmlns:a16="http://schemas.microsoft.com/office/drawing/2014/main" id="{DD36EBF4-A377-423F-98E9-1EE2DFE24415}"/>
              </a:ext>
            </a:extLst>
          </p:cNvPr>
          <p:cNvSpPr txBox="1"/>
          <p:nvPr/>
        </p:nvSpPr>
        <p:spPr>
          <a:xfrm>
            <a:off x="4169419" y="2556353"/>
            <a:ext cx="1089429" cy="482248"/>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dirty="0">
                <a:solidFill>
                  <a:srgbClr val="3B3535"/>
                </a:solidFill>
                <a:ea typeface="Sora Semi Bold" pitchFamily="34" charset="-122"/>
                <a:cs typeface="Sora Semi Bold" pitchFamily="34" charset="-120"/>
              </a:rPr>
              <a:t>Conclusions, Limitations and Future Work</a:t>
            </a:r>
            <a:endParaRPr lang="en-US" sz="1100" dirty="0"/>
          </a:p>
        </p:txBody>
      </p:sp>
      <p:grpSp>
        <p:nvGrpSpPr>
          <p:cNvPr id="86" name="Group 40">
            <a:extLst>
              <a:ext uri="{FF2B5EF4-FFF2-40B4-BE49-F238E27FC236}">
                <a16:creationId xmlns:a16="http://schemas.microsoft.com/office/drawing/2014/main" id="{5F091013-CDCB-497B-910E-EB1C165AF600}"/>
              </a:ext>
            </a:extLst>
          </p:cNvPr>
          <p:cNvGrpSpPr/>
          <p:nvPr/>
        </p:nvGrpSpPr>
        <p:grpSpPr>
          <a:xfrm>
            <a:off x="1482835" y="722003"/>
            <a:ext cx="1376480" cy="640848"/>
            <a:chOff x="332936" y="2111597"/>
            <a:chExt cx="3697066" cy="1355097"/>
          </a:xfrm>
        </p:grpSpPr>
        <p:sp>
          <p:nvSpPr>
            <p:cNvPr id="87" name="TextBox 41">
              <a:extLst>
                <a:ext uri="{FF2B5EF4-FFF2-40B4-BE49-F238E27FC236}">
                  <a16:creationId xmlns:a16="http://schemas.microsoft.com/office/drawing/2014/main" id="{81A7D411-3BF1-455C-8471-FE1FF84806ED}"/>
                </a:ext>
              </a:extLst>
            </p:cNvPr>
            <p:cNvSpPr txBox="1"/>
            <p:nvPr/>
          </p:nvSpPr>
          <p:spPr>
            <a:xfrm>
              <a:off x="457679" y="2111597"/>
              <a:ext cx="3572323" cy="91112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r>
                <a:rPr lang="en-US" sz="1100" dirty="0">
                  <a:latin typeface="+mj-lt"/>
                  <a:ea typeface="Calibri"/>
                  <a:cs typeface="Calibri"/>
                </a:rPr>
                <a:t>Foundation and Existing Approaches</a:t>
              </a:r>
              <a:endParaRPr lang="en-US" sz="1100" dirty="0">
                <a:latin typeface="+mj-lt"/>
              </a:endParaRPr>
            </a:p>
          </p:txBody>
        </p:sp>
        <p:sp>
          <p:nvSpPr>
            <p:cNvPr id="88" name="TextBox 42">
              <a:extLst>
                <a:ext uri="{FF2B5EF4-FFF2-40B4-BE49-F238E27FC236}">
                  <a16:creationId xmlns:a16="http://schemas.microsoft.com/office/drawing/2014/main" id="{FD29E8BF-A0D8-421B-8AA6-2BF93A9C0428}"/>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92" name="TextBox 46">
            <a:extLst>
              <a:ext uri="{FF2B5EF4-FFF2-40B4-BE49-F238E27FC236}">
                <a16:creationId xmlns:a16="http://schemas.microsoft.com/office/drawing/2014/main" id="{C6003E6B-15F2-4D08-8504-C7938680FB19}"/>
              </a:ext>
            </a:extLst>
          </p:cNvPr>
          <p:cNvSpPr txBox="1"/>
          <p:nvPr/>
        </p:nvSpPr>
        <p:spPr>
          <a:xfrm>
            <a:off x="3351778" y="896614"/>
            <a:ext cx="1490370" cy="225767"/>
          </a:xfrm>
          <a:prstGeom prst="rect">
            <a:avLst/>
          </a:prstGeom>
          <a:noFill/>
        </p:spPr>
        <p:txBody>
          <a:bodyPr wrap="square">
            <a:spAutoFit/>
          </a:bodyPr>
          <a:lstStyle/>
          <a:p>
            <a:pPr>
              <a:lnSpc>
                <a:spcPts val="1044"/>
              </a:lnSpc>
            </a:pPr>
            <a:r>
              <a:rPr lang="en-US" sz="1100" b="1" dirty="0">
                <a:solidFill>
                  <a:srgbClr val="3B3535"/>
                </a:solidFill>
                <a:latin typeface="+mn-lt"/>
                <a:ea typeface="Sora Semi Bold" pitchFamily="34" charset="-122"/>
                <a:cs typeface="Sora Semi Bold" pitchFamily="34" charset="-120"/>
              </a:rPr>
              <a:t>System Evaluation</a:t>
            </a:r>
            <a:endParaRPr lang="en-US" sz="1100" b="1" dirty="0">
              <a:latin typeface="+mn-lt"/>
            </a:endParaRPr>
          </a:p>
        </p:txBody>
      </p:sp>
      <p:sp>
        <p:nvSpPr>
          <p:cNvPr id="94" name="Shape">
            <a:extLst>
              <a:ext uri="{FF2B5EF4-FFF2-40B4-BE49-F238E27FC236}">
                <a16:creationId xmlns:a16="http://schemas.microsoft.com/office/drawing/2014/main" id="{2A4CE568-5AF2-4CA6-94E7-9BA4790E1EE8}"/>
              </a:ext>
            </a:extLst>
          </p:cNvPr>
          <p:cNvSpPr/>
          <p:nvPr/>
        </p:nvSpPr>
        <p:spPr>
          <a:xfrm>
            <a:off x="1042951" y="1248423"/>
            <a:ext cx="755298"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95" name="Shape">
            <a:extLst>
              <a:ext uri="{FF2B5EF4-FFF2-40B4-BE49-F238E27FC236}">
                <a16:creationId xmlns:a16="http://schemas.microsoft.com/office/drawing/2014/main" id="{ABFBB2A3-0A50-46E5-BFCA-753BD4619F54}"/>
              </a:ext>
            </a:extLst>
          </p:cNvPr>
          <p:cNvSpPr/>
          <p:nvPr/>
        </p:nvSpPr>
        <p:spPr>
          <a:xfrm>
            <a:off x="689401"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96" name="Shape">
            <a:extLst>
              <a:ext uri="{FF2B5EF4-FFF2-40B4-BE49-F238E27FC236}">
                <a16:creationId xmlns:a16="http://schemas.microsoft.com/office/drawing/2014/main" id="{FC662A30-6576-4836-9A3A-A2E00D6B4712}"/>
              </a:ext>
            </a:extLst>
          </p:cNvPr>
          <p:cNvSpPr/>
          <p:nvPr/>
        </p:nvSpPr>
        <p:spPr>
          <a:xfrm>
            <a:off x="1938223"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97" name="Shape">
            <a:extLst>
              <a:ext uri="{FF2B5EF4-FFF2-40B4-BE49-F238E27FC236}">
                <a16:creationId xmlns:a16="http://schemas.microsoft.com/office/drawing/2014/main" id="{FB99FFA8-4DC8-491E-8A03-91BEDA3D8132}"/>
              </a:ext>
            </a:extLst>
          </p:cNvPr>
          <p:cNvSpPr/>
          <p:nvPr/>
        </p:nvSpPr>
        <p:spPr>
          <a:xfrm>
            <a:off x="1578169"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98" name="Shape">
            <a:extLst>
              <a:ext uri="{FF2B5EF4-FFF2-40B4-BE49-F238E27FC236}">
                <a16:creationId xmlns:a16="http://schemas.microsoft.com/office/drawing/2014/main" id="{52C600D1-BC20-451F-B9CA-B36E1ED7A406}"/>
              </a:ext>
            </a:extLst>
          </p:cNvPr>
          <p:cNvSpPr/>
          <p:nvPr/>
        </p:nvSpPr>
        <p:spPr>
          <a:xfrm>
            <a:off x="2823764"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99" name="Shape">
            <a:extLst>
              <a:ext uri="{FF2B5EF4-FFF2-40B4-BE49-F238E27FC236}">
                <a16:creationId xmlns:a16="http://schemas.microsoft.com/office/drawing/2014/main" id="{240866BA-8813-42E0-B494-1F2EC690E4A9}"/>
              </a:ext>
            </a:extLst>
          </p:cNvPr>
          <p:cNvSpPr/>
          <p:nvPr/>
        </p:nvSpPr>
        <p:spPr>
          <a:xfrm>
            <a:off x="2470465"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0" name="Shape">
            <a:extLst>
              <a:ext uri="{FF2B5EF4-FFF2-40B4-BE49-F238E27FC236}">
                <a16:creationId xmlns:a16="http://schemas.microsoft.com/office/drawing/2014/main" id="{4BB52A43-1ECF-435E-9777-3C38C6823F81}"/>
              </a:ext>
            </a:extLst>
          </p:cNvPr>
          <p:cNvSpPr/>
          <p:nvPr/>
        </p:nvSpPr>
        <p:spPr>
          <a:xfrm>
            <a:off x="3709305"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accent3">
              <a:lumMod val="75000"/>
            </a:schemeClr>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1" name="Shape">
            <a:extLst>
              <a:ext uri="{FF2B5EF4-FFF2-40B4-BE49-F238E27FC236}">
                <a16:creationId xmlns:a16="http://schemas.microsoft.com/office/drawing/2014/main" id="{9F4D4BD1-9CDB-4899-B537-BC8317A331BB}"/>
              </a:ext>
            </a:extLst>
          </p:cNvPr>
          <p:cNvSpPr/>
          <p:nvPr/>
        </p:nvSpPr>
        <p:spPr>
          <a:xfrm>
            <a:off x="3358982"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3"/>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2" name="Shape">
            <a:extLst>
              <a:ext uri="{FF2B5EF4-FFF2-40B4-BE49-F238E27FC236}">
                <a16:creationId xmlns:a16="http://schemas.microsoft.com/office/drawing/2014/main" id="{DB56E515-3F89-4823-8C16-759888BE49A4}"/>
              </a:ext>
            </a:extLst>
          </p:cNvPr>
          <p:cNvSpPr/>
          <p:nvPr/>
        </p:nvSpPr>
        <p:spPr>
          <a:xfrm>
            <a:off x="4242270"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3" name="Freeform: Shape 11">
            <a:extLst>
              <a:ext uri="{FF2B5EF4-FFF2-40B4-BE49-F238E27FC236}">
                <a16:creationId xmlns:a16="http://schemas.microsoft.com/office/drawing/2014/main" id="{2216FE47-ACE2-41DA-AEF3-4C21E91DD037}"/>
              </a:ext>
            </a:extLst>
          </p:cNvPr>
          <p:cNvSpPr/>
          <p:nvPr/>
        </p:nvSpPr>
        <p:spPr>
          <a:xfrm>
            <a:off x="755400" y="2144056"/>
            <a:ext cx="358299" cy="392782"/>
          </a:xfrm>
          <a:custGeom>
            <a:avLst/>
            <a:gdLst>
              <a:gd name="connsiteX0" fmla="*/ 180180 w 757637"/>
              <a:gd name="connsiteY0" fmla="*/ 0 h 1942712"/>
              <a:gd name="connsiteX1" fmla="*/ 757637 w 757637"/>
              <a:gd name="connsiteY1" fmla="*/ 1199209 h 1942712"/>
              <a:gd name="connsiteX2" fmla="*/ 695845 w 757637"/>
              <a:gd name="connsiteY2" fmla="*/ 1580566 h 1942712"/>
              <a:gd name="connsiteX3" fmla="*/ 470905 w 757637"/>
              <a:gd name="connsiteY3" fmla="*/ 1908890 h 1942712"/>
              <a:gd name="connsiteX4" fmla="*/ 399938 w 757637"/>
              <a:gd name="connsiteY4" fmla="*/ 1942712 h 1942712"/>
              <a:gd name="connsiteX5" fmla="*/ 0 w 757637"/>
              <a:gd name="connsiteY5" fmla="*/ 1112159 h 1942712"/>
              <a:gd name="connsiteX0" fmla="*/ 0 w 757637"/>
              <a:gd name="connsiteY0" fmla="*/ 0 h 830553"/>
              <a:gd name="connsiteX1" fmla="*/ 757637 w 757637"/>
              <a:gd name="connsiteY1" fmla="*/ 87050 h 830553"/>
              <a:gd name="connsiteX2" fmla="*/ 695845 w 757637"/>
              <a:gd name="connsiteY2" fmla="*/ 468407 h 830553"/>
              <a:gd name="connsiteX3" fmla="*/ 470905 w 757637"/>
              <a:gd name="connsiteY3" fmla="*/ 796731 h 830553"/>
              <a:gd name="connsiteX4" fmla="*/ 399938 w 757637"/>
              <a:gd name="connsiteY4" fmla="*/ 830553 h 830553"/>
              <a:gd name="connsiteX5" fmla="*/ 0 w 757637"/>
              <a:gd name="connsiteY5" fmla="*/ 0 h 830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553">
                <a:moveTo>
                  <a:pt x="0" y="0"/>
                </a:moveTo>
                <a:lnTo>
                  <a:pt x="757637" y="87050"/>
                </a:lnTo>
                <a:lnTo>
                  <a:pt x="695845" y="468407"/>
                </a:lnTo>
                <a:cubicBezTo>
                  <a:pt x="672722" y="609838"/>
                  <a:pt x="587696" y="727999"/>
                  <a:pt x="470905" y="796731"/>
                </a:cubicBezTo>
                <a:lnTo>
                  <a:pt x="399938" y="830553"/>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4" name="Freeform: Shape 12">
            <a:extLst>
              <a:ext uri="{FF2B5EF4-FFF2-40B4-BE49-F238E27FC236}">
                <a16:creationId xmlns:a16="http://schemas.microsoft.com/office/drawing/2014/main" id="{2E19BC26-7FD0-4519-B609-E09EFCF5EC63}"/>
              </a:ext>
            </a:extLst>
          </p:cNvPr>
          <p:cNvSpPr/>
          <p:nvPr/>
        </p:nvSpPr>
        <p:spPr>
          <a:xfrm>
            <a:off x="1645096" y="2138331"/>
            <a:ext cx="358299" cy="397080"/>
          </a:xfrm>
          <a:custGeom>
            <a:avLst/>
            <a:gdLst>
              <a:gd name="connsiteX0" fmla="*/ 180179 w 757637"/>
              <a:gd name="connsiteY0" fmla="*/ 0 h 1951799"/>
              <a:gd name="connsiteX1" fmla="*/ 757637 w 757637"/>
              <a:gd name="connsiteY1" fmla="*/ 1199210 h 1951799"/>
              <a:gd name="connsiteX2" fmla="*/ 693883 w 757637"/>
              <a:gd name="connsiteY2" fmla="*/ 1592673 h 1951799"/>
              <a:gd name="connsiteX3" fmla="*/ 468943 w 757637"/>
              <a:gd name="connsiteY3" fmla="*/ 1920997 h 1951799"/>
              <a:gd name="connsiteX4" fmla="*/ 404313 w 757637"/>
              <a:gd name="connsiteY4" fmla="*/ 1951799 h 1951799"/>
              <a:gd name="connsiteX5" fmla="*/ 0 w 757637"/>
              <a:gd name="connsiteY5" fmla="*/ 1112159 h 1951799"/>
              <a:gd name="connsiteX0" fmla="*/ 0 w 757637"/>
              <a:gd name="connsiteY0" fmla="*/ 0 h 839640"/>
              <a:gd name="connsiteX1" fmla="*/ 757637 w 757637"/>
              <a:gd name="connsiteY1" fmla="*/ 87051 h 839640"/>
              <a:gd name="connsiteX2" fmla="*/ 693883 w 757637"/>
              <a:gd name="connsiteY2" fmla="*/ 480514 h 839640"/>
              <a:gd name="connsiteX3" fmla="*/ 468943 w 757637"/>
              <a:gd name="connsiteY3" fmla="*/ 808838 h 839640"/>
              <a:gd name="connsiteX4" fmla="*/ 404313 w 757637"/>
              <a:gd name="connsiteY4" fmla="*/ 839640 h 839640"/>
              <a:gd name="connsiteX5" fmla="*/ 0 w 757637"/>
              <a:gd name="connsiteY5" fmla="*/ 0 h 8396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9640">
                <a:moveTo>
                  <a:pt x="0" y="0"/>
                </a:moveTo>
                <a:lnTo>
                  <a:pt x="757637" y="87051"/>
                </a:lnTo>
                <a:lnTo>
                  <a:pt x="693883" y="480514"/>
                </a:lnTo>
                <a:cubicBezTo>
                  <a:pt x="670760" y="621945"/>
                  <a:pt x="585734" y="740106"/>
                  <a:pt x="468943" y="808838"/>
                </a:cubicBezTo>
                <a:lnTo>
                  <a:pt x="404313" y="839640"/>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5" name="Freeform: Shape 13">
            <a:extLst>
              <a:ext uri="{FF2B5EF4-FFF2-40B4-BE49-F238E27FC236}">
                <a16:creationId xmlns:a16="http://schemas.microsoft.com/office/drawing/2014/main" id="{04E9AA76-F5E5-4CDF-B9D6-00AFEE6BCA38}"/>
              </a:ext>
            </a:extLst>
          </p:cNvPr>
          <p:cNvSpPr/>
          <p:nvPr/>
        </p:nvSpPr>
        <p:spPr>
          <a:xfrm>
            <a:off x="2536619" y="2143104"/>
            <a:ext cx="358299" cy="393498"/>
          </a:xfrm>
          <a:custGeom>
            <a:avLst/>
            <a:gdLst>
              <a:gd name="connsiteX0" fmla="*/ 180180 w 757637"/>
              <a:gd name="connsiteY0" fmla="*/ 0 h 1944225"/>
              <a:gd name="connsiteX1" fmla="*/ 757637 w 757637"/>
              <a:gd name="connsiteY1" fmla="*/ 1199210 h 1944225"/>
              <a:gd name="connsiteX2" fmla="*/ 695518 w 757637"/>
              <a:gd name="connsiteY2" fmla="*/ 1582581 h 1944225"/>
              <a:gd name="connsiteX3" fmla="*/ 470578 w 757637"/>
              <a:gd name="connsiteY3" fmla="*/ 1910905 h 1944225"/>
              <a:gd name="connsiteX4" fmla="*/ 400666 w 757637"/>
              <a:gd name="connsiteY4" fmla="*/ 1944225 h 1944225"/>
              <a:gd name="connsiteX5" fmla="*/ 0 w 757637"/>
              <a:gd name="connsiteY5" fmla="*/ 1112159 h 1944225"/>
              <a:gd name="connsiteX0" fmla="*/ 0 w 757637"/>
              <a:gd name="connsiteY0" fmla="*/ 0 h 832066"/>
              <a:gd name="connsiteX1" fmla="*/ 757637 w 757637"/>
              <a:gd name="connsiteY1" fmla="*/ 87051 h 832066"/>
              <a:gd name="connsiteX2" fmla="*/ 695518 w 757637"/>
              <a:gd name="connsiteY2" fmla="*/ 470422 h 832066"/>
              <a:gd name="connsiteX3" fmla="*/ 470578 w 757637"/>
              <a:gd name="connsiteY3" fmla="*/ 798746 h 832066"/>
              <a:gd name="connsiteX4" fmla="*/ 400666 w 757637"/>
              <a:gd name="connsiteY4" fmla="*/ 832066 h 832066"/>
              <a:gd name="connsiteX5" fmla="*/ 0 w 757637"/>
              <a:gd name="connsiteY5" fmla="*/ 0 h 832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2066">
                <a:moveTo>
                  <a:pt x="0" y="0"/>
                </a:moveTo>
                <a:lnTo>
                  <a:pt x="757637" y="87051"/>
                </a:lnTo>
                <a:lnTo>
                  <a:pt x="695518" y="470422"/>
                </a:lnTo>
                <a:cubicBezTo>
                  <a:pt x="672395" y="611853"/>
                  <a:pt x="587369" y="730014"/>
                  <a:pt x="470578" y="798746"/>
                </a:cubicBezTo>
                <a:lnTo>
                  <a:pt x="400666" y="832066"/>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6" name="Freeform: Shape 14">
            <a:extLst>
              <a:ext uri="{FF2B5EF4-FFF2-40B4-BE49-F238E27FC236}">
                <a16:creationId xmlns:a16="http://schemas.microsoft.com/office/drawing/2014/main" id="{5B4342D4-6CAF-4B9A-918C-E5B1CC6C6D87}"/>
              </a:ext>
            </a:extLst>
          </p:cNvPr>
          <p:cNvSpPr/>
          <p:nvPr/>
        </p:nvSpPr>
        <p:spPr>
          <a:xfrm>
            <a:off x="3425018" y="2143831"/>
            <a:ext cx="358299" cy="392952"/>
          </a:xfrm>
          <a:custGeom>
            <a:avLst/>
            <a:gdLst>
              <a:gd name="connsiteX0" fmla="*/ 180180 w 757637"/>
              <a:gd name="connsiteY0" fmla="*/ 0 h 1943071"/>
              <a:gd name="connsiteX1" fmla="*/ 757637 w 757637"/>
              <a:gd name="connsiteY1" fmla="*/ 1199209 h 1943071"/>
              <a:gd name="connsiteX2" fmla="*/ 695767 w 757637"/>
              <a:gd name="connsiteY2" fmla="*/ 1581044 h 1943071"/>
              <a:gd name="connsiteX3" fmla="*/ 470827 w 757637"/>
              <a:gd name="connsiteY3" fmla="*/ 1909368 h 1943071"/>
              <a:gd name="connsiteX4" fmla="*/ 400110 w 757637"/>
              <a:gd name="connsiteY4" fmla="*/ 1943071 h 1943071"/>
              <a:gd name="connsiteX5" fmla="*/ 0 w 757637"/>
              <a:gd name="connsiteY5" fmla="*/ 1112159 h 1943071"/>
              <a:gd name="connsiteX0" fmla="*/ 0 w 757637"/>
              <a:gd name="connsiteY0" fmla="*/ 0 h 830912"/>
              <a:gd name="connsiteX1" fmla="*/ 757637 w 757637"/>
              <a:gd name="connsiteY1" fmla="*/ 87050 h 830912"/>
              <a:gd name="connsiteX2" fmla="*/ 695767 w 757637"/>
              <a:gd name="connsiteY2" fmla="*/ 468885 h 830912"/>
              <a:gd name="connsiteX3" fmla="*/ 470827 w 757637"/>
              <a:gd name="connsiteY3" fmla="*/ 797209 h 830912"/>
              <a:gd name="connsiteX4" fmla="*/ 400110 w 757637"/>
              <a:gd name="connsiteY4" fmla="*/ 830912 h 830912"/>
              <a:gd name="connsiteX5" fmla="*/ 0 w 757637"/>
              <a:gd name="connsiteY5" fmla="*/ 0 h 830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912">
                <a:moveTo>
                  <a:pt x="0" y="0"/>
                </a:moveTo>
                <a:lnTo>
                  <a:pt x="757637" y="87050"/>
                </a:lnTo>
                <a:lnTo>
                  <a:pt x="695767" y="468885"/>
                </a:lnTo>
                <a:cubicBezTo>
                  <a:pt x="672644" y="610316"/>
                  <a:pt x="587618" y="728477"/>
                  <a:pt x="470827" y="797209"/>
                </a:cubicBezTo>
                <a:lnTo>
                  <a:pt x="400110" y="830912"/>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7" name="Freeform: Shape 15">
            <a:extLst>
              <a:ext uri="{FF2B5EF4-FFF2-40B4-BE49-F238E27FC236}">
                <a16:creationId xmlns:a16="http://schemas.microsoft.com/office/drawing/2014/main" id="{1C571149-7758-4BCB-85C2-90ABDD53E478}"/>
              </a:ext>
            </a:extLst>
          </p:cNvPr>
          <p:cNvSpPr/>
          <p:nvPr/>
        </p:nvSpPr>
        <p:spPr>
          <a:xfrm>
            <a:off x="4308869" y="2140359"/>
            <a:ext cx="358299" cy="395558"/>
          </a:xfrm>
          <a:custGeom>
            <a:avLst/>
            <a:gdLst>
              <a:gd name="connsiteX0" fmla="*/ 180180 w 757637"/>
              <a:gd name="connsiteY0" fmla="*/ 0 h 1948581"/>
              <a:gd name="connsiteX1" fmla="*/ 757637 w 757637"/>
              <a:gd name="connsiteY1" fmla="*/ 1199210 h 1948581"/>
              <a:gd name="connsiteX2" fmla="*/ 694578 w 757637"/>
              <a:gd name="connsiteY2" fmla="*/ 1588385 h 1948581"/>
              <a:gd name="connsiteX3" fmla="*/ 469638 w 757637"/>
              <a:gd name="connsiteY3" fmla="*/ 1916709 h 1948581"/>
              <a:gd name="connsiteX4" fmla="*/ 402763 w 757637"/>
              <a:gd name="connsiteY4" fmla="*/ 1948581 h 1948581"/>
              <a:gd name="connsiteX5" fmla="*/ 0 w 757637"/>
              <a:gd name="connsiteY5" fmla="*/ 1112160 h 1948581"/>
              <a:gd name="connsiteX0" fmla="*/ 0 w 757637"/>
              <a:gd name="connsiteY0" fmla="*/ 0 h 836421"/>
              <a:gd name="connsiteX1" fmla="*/ 757637 w 757637"/>
              <a:gd name="connsiteY1" fmla="*/ 87050 h 836421"/>
              <a:gd name="connsiteX2" fmla="*/ 694578 w 757637"/>
              <a:gd name="connsiteY2" fmla="*/ 476225 h 836421"/>
              <a:gd name="connsiteX3" fmla="*/ 469638 w 757637"/>
              <a:gd name="connsiteY3" fmla="*/ 804549 h 836421"/>
              <a:gd name="connsiteX4" fmla="*/ 402763 w 757637"/>
              <a:gd name="connsiteY4" fmla="*/ 836421 h 836421"/>
              <a:gd name="connsiteX5" fmla="*/ 0 w 757637"/>
              <a:gd name="connsiteY5" fmla="*/ 0 h 836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6421">
                <a:moveTo>
                  <a:pt x="0" y="0"/>
                </a:moveTo>
                <a:lnTo>
                  <a:pt x="757637" y="87050"/>
                </a:lnTo>
                <a:lnTo>
                  <a:pt x="694578" y="476225"/>
                </a:lnTo>
                <a:cubicBezTo>
                  <a:pt x="671455" y="617656"/>
                  <a:pt x="586429" y="735817"/>
                  <a:pt x="469638" y="804549"/>
                </a:cubicBezTo>
                <a:lnTo>
                  <a:pt x="402763" y="836421"/>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8" name="Shape">
            <a:extLst>
              <a:ext uri="{FF2B5EF4-FFF2-40B4-BE49-F238E27FC236}">
                <a16:creationId xmlns:a16="http://schemas.microsoft.com/office/drawing/2014/main" id="{5F6EBB60-B81F-4416-8BFC-5944E151CD44}"/>
              </a:ext>
            </a:extLst>
          </p:cNvPr>
          <p:cNvSpPr/>
          <p:nvPr/>
        </p:nvSpPr>
        <p:spPr>
          <a:xfrm>
            <a:off x="660207" y="1618209"/>
            <a:ext cx="615471"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09" name="Shape">
            <a:extLst>
              <a:ext uri="{FF2B5EF4-FFF2-40B4-BE49-F238E27FC236}">
                <a16:creationId xmlns:a16="http://schemas.microsoft.com/office/drawing/2014/main" id="{5FEAF7BC-545B-46C8-A356-1E9DE5066834}"/>
              </a:ext>
            </a:extLst>
          </p:cNvPr>
          <p:cNvSpPr/>
          <p:nvPr/>
        </p:nvSpPr>
        <p:spPr>
          <a:xfrm>
            <a:off x="708863" y="1666866"/>
            <a:ext cx="524903"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0" name="Shape">
            <a:extLst>
              <a:ext uri="{FF2B5EF4-FFF2-40B4-BE49-F238E27FC236}">
                <a16:creationId xmlns:a16="http://schemas.microsoft.com/office/drawing/2014/main" id="{C1075DF1-0986-4944-A7D2-4792575403D8}"/>
              </a:ext>
            </a:extLst>
          </p:cNvPr>
          <p:cNvSpPr/>
          <p:nvPr/>
        </p:nvSpPr>
        <p:spPr>
          <a:xfrm>
            <a:off x="1558706" y="1618209"/>
            <a:ext cx="615471"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1" name="Shape">
            <a:extLst>
              <a:ext uri="{FF2B5EF4-FFF2-40B4-BE49-F238E27FC236}">
                <a16:creationId xmlns:a16="http://schemas.microsoft.com/office/drawing/2014/main" id="{B079F367-D370-4DB0-971F-01082EC742E0}"/>
              </a:ext>
            </a:extLst>
          </p:cNvPr>
          <p:cNvSpPr/>
          <p:nvPr/>
        </p:nvSpPr>
        <p:spPr>
          <a:xfrm>
            <a:off x="1597631"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2" name="Shape">
            <a:extLst>
              <a:ext uri="{FF2B5EF4-FFF2-40B4-BE49-F238E27FC236}">
                <a16:creationId xmlns:a16="http://schemas.microsoft.com/office/drawing/2014/main" id="{D331D4B2-D230-4483-873E-BF3E4D526406}"/>
              </a:ext>
            </a:extLst>
          </p:cNvPr>
          <p:cNvSpPr/>
          <p:nvPr/>
        </p:nvSpPr>
        <p:spPr>
          <a:xfrm>
            <a:off x="2444247"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3" name="Shape">
            <a:extLst>
              <a:ext uri="{FF2B5EF4-FFF2-40B4-BE49-F238E27FC236}">
                <a16:creationId xmlns:a16="http://schemas.microsoft.com/office/drawing/2014/main" id="{156CED4F-D6A1-4A4F-A814-0E7C23CAE700}"/>
              </a:ext>
            </a:extLst>
          </p:cNvPr>
          <p:cNvSpPr/>
          <p:nvPr/>
        </p:nvSpPr>
        <p:spPr>
          <a:xfrm>
            <a:off x="2483172"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4" name="Shape">
            <a:extLst>
              <a:ext uri="{FF2B5EF4-FFF2-40B4-BE49-F238E27FC236}">
                <a16:creationId xmlns:a16="http://schemas.microsoft.com/office/drawing/2014/main" id="{FF905577-9B1D-4FC3-BADD-4196255D2D8B}"/>
              </a:ext>
            </a:extLst>
          </p:cNvPr>
          <p:cNvSpPr/>
          <p:nvPr/>
        </p:nvSpPr>
        <p:spPr>
          <a:xfrm>
            <a:off x="3329788"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3"/>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5" name="Shape">
            <a:extLst>
              <a:ext uri="{FF2B5EF4-FFF2-40B4-BE49-F238E27FC236}">
                <a16:creationId xmlns:a16="http://schemas.microsoft.com/office/drawing/2014/main" id="{5046A3FF-43EA-44CD-9E6E-1209EC3561DF}"/>
              </a:ext>
            </a:extLst>
          </p:cNvPr>
          <p:cNvSpPr/>
          <p:nvPr/>
        </p:nvSpPr>
        <p:spPr>
          <a:xfrm>
            <a:off x="3378444"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6" name="Shape">
            <a:extLst>
              <a:ext uri="{FF2B5EF4-FFF2-40B4-BE49-F238E27FC236}">
                <a16:creationId xmlns:a16="http://schemas.microsoft.com/office/drawing/2014/main" id="{73780784-0E76-41C2-8E47-39232E6CDB98}"/>
              </a:ext>
            </a:extLst>
          </p:cNvPr>
          <p:cNvSpPr/>
          <p:nvPr/>
        </p:nvSpPr>
        <p:spPr>
          <a:xfrm>
            <a:off x="4215329"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7" name="Shape">
            <a:extLst>
              <a:ext uri="{FF2B5EF4-FFF2-40B4-BE49-F238E27FC236}">
                <a16:creationId xmlns:a16="http://schemas.microsoft.com/office/drawing/2014/main" id="{849DA10E-6283-43F7-96DE-E2634A75B752}"/>
              </a:ext>
            </a:extLst>
          </p:cNvPr>
          <p:cNvSpPr/>
          <p:nvPr/>
        </p:nvSpPr>
        <p:spPr>
          <a:xfrm>
            <a:off x="1373813"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8" name="Shape">
            <a:extLst>
              <a:ext uri="{FF2B5EF4-FFF2-40B4-BE49-F238E27FC236}">
                <a16:creationId xmlns:a16="http://schemas.microsoft.com/office/drawing/2014/main" id="{C5C94019-F0FD-463C-9B50-FCDE1C045961}"/>
              </a:ext>
            </a:extLst>
          </p:cNvPr>
          <p:cNvSpPr/>
          <p:nvPr/>
        </p:nvSpPr>
        <p:spPr>
          <a:xfrm>
            <a:off x="2259354"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424"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19" name="Shape">
            <a:extLst>
              <a:ext uri="{FF2B5EF4-FFF2-40B4-BE49-F238E27FC236}">
                <a16:creationId xmlns:a16="http://schemas.microsoft.com/office/drawing/2014/main" id="{BE0C5F79-E227-45C3-B65B-3767E655FB25}"/>
              </a:ext>
            </a:extLst>
          </p:cNvPr>
          <p:cNvSpPr/>
          <p:nvPr/>
        </p:nvSpPr>
        <p:spPr>
          <a:xfrm>
            <a:off x="3144895"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20" name="Shape">
            <a:extLst>
              <a:ext uri="{FF2B5EF4-FFF2-40B4-BE49-F238E27FC236}">
                <a16:creationId xmlns:a16="http://schemas.microsoft.com/office/drawing/2014/main" id="{E38EA571-196F-42E8-B6F7-CB34280ECF08}"/>
              </a:ext>
            </a:extLst>
          </p:cNvPr>
          <p:cNvSpPr/>
          <p:nvPr/>
        </p:nvSpPr>
        <p:spPr>
          <a:xfrm>
            <a:off x="4030435"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121" name="TextBox 29">
            <a:extLst>
              <a:ext uri="{FF2B5EF4-FFF2-40B4-BE49-F238E27FC236}">
                <a16:creationId xmlns:a16="http://schemas.microsoft.com/office/drawing/2014/main" id="{783EBC7D-5156-460C-85B8-6F1892BFEC48}"/>
              </a:ext>
            </a:extLst>
          </p:cNvPr>
          <p:cNvSpPr txBox="1"/>
          <p:nvPr/>
        </p:nvSpPr>
        <p:spPr>
          <a:xfrm>
            <a:off x="789990" y="1795910"/>
            <a:ext cx="369613" cy="276999"/>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01</a:t>
            </a:r>
          </a:p>
        </p:txBody>
      </p:sp>
      <p:sp>
        <p:nvSpPr>
          <p:cNvPr id="123" name="TextBox 31">
            <a:extLst>
              <a:ext uri="{FF2B5EF4-FFF2-40B4-BE49-F238E27FC236}">
                <a16:creationId xmlns:a16="http://schemas.microsoft.com/office/drawing/2014/main" id="{79964D2E-5E89-4527-8E71-C5033569929D}"/>
              </a:ext>
            </a:extLst>
          </p:cNvPr>
          <p:cNvSpPr txBox="1"/>
          <p:nvPr/>
        </p:nvSpPr>
        <p:spPr>
          <a:xfrm>
            <a:off x="2576516" y="1785961"/>
            <a:ext cx="337975"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03</a:t>
            </a:r>
          </a:p>
        </p:txBody>
      </p:sp>
      <p:sp>
        <p:nvSpPr>
          <p:cNvPr id="125" name="TextBox 36">
            <a:extLst>
              <a:ext uri="{FF2B5EF4-FFF2-40B4-BE49-F238E27FC236}">
                <a16:creationId xmlns:a16="http://schemas.microsoft.com/office/drawing/2014/main" id="{290B483B-8EED-40F0-ABCD-4DD423A39E5D}"/>
              </a:ext>
            </a:extLst>
          </p:cNvPr>
          <p:cNvSpPr txBox="1"/>
          <p:nvPr/>
        </p:nvSpPr>
        <p:spPr>
          <a:xfrm>
            <a:off x="2254621" y="2684594"/>
            <a:ext cx="1448954" cy="22576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dirty="0">
                <a:solidFill>
                  <a:srgbClr val="3B3535"/>
                </a:solidFill>
                <a:ea typeface="Sora Semi Bold" pitchFamily="34" charset="-122"/>
                <a:cs typeface="Sora Semi Bold" pitchFamily="34" charset="-120"/>
              </a:rPr>
              <a:t>Proposed System</a:t>
            </a:r>
          </a:p>
        </p:txBody>
      </p:sp>
      <p:sp>
        <p:nvSpPr>
          <p:cNvPr id="126" name="TextBox 43">
            <a:extLst>
              <a:ext uri="{FF2B5EF4-FFF2-40B4-BE49-F238E27FC236}">
                <a16:creationId xmlns:a16="http://schemas.microsoft.com/office/drawing/2014/main" id="{8C71013D-CAE2-4E75-BA24-1BB07163EE8B}"/>
              </a:ext>
            </a:extLst>
          </p:cNvPr>
          <p:cNvSpPr txBox="1"/>
          <p:nvPr/>
        </p:nvSpPr>
        <p:spPr>
          <a:xfrm>
            <a:off x="3438475" y="1803604"/>
            <a:ext cx="362694" cy="261610"/>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solidFill>
                  <a:schemeClr val="tx1">
                    <a:lumMod val="85000"/>
                    <a:lumOff val="15000"/>
                  </a:schemeClr>
                </a:solidFill>
              </a:rPr>
              <a:t>04</a:t>
            </a:r>
          </a:p>
        </p:txBody>
      </p:sp>
      <p:sp>
        <p:nvSpPr>
          <p:cNvPr id="127" name="Shape">
            <a:extLst>
              <a:ext uri="{FF2B5EF4-FFF2-40B4-BE49-F238E27FC236}">
                <a16:creationId xmlns:a16="http://schemas.microsoft.com/office/drawing/2014/main" id="{08E6EF0F-C533-42DF-9C6A-B547BCC6FB7A}"/>
              </a:ext>
            </a:extLst>
          </p:cNvPr>
          <p:cNvSpPr/>
          <p:nvPr/>
        </p:nvSpPr>
        <p:spPr>
          <a:xfrm>
            <a:off x="4256159" y="1673443"/>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05</a:t>
            </a:r>
          </a:p>
        </p:txBody>
      </p:sp>
      <p:sp>
        <p:nvSpPr>
          <p:cNvPr id="128" name="TextBox 45">
            <a:extLst>
              <a:ext uri="{FF2B5EF4-FFF2-40B4-BE49-F238E27FC236}">
                <a16:creationId xmlns:a16="http://schemas.microsoft.com/office/drawing/2014/main" id="{1DE57D37-FF24-49AE-B992-E798B9847F01}"/>
              </a:ext>
            </a:extLst>
          </p:cNvPr>
          <p:cNvSpPr txBox="1"/>
          <p:nvPr/>
        </p:nvSpPr>
        <p:spPr>
          <a:xfrm>
            <a:off x="1687762" y="1811299"/>
            <a:ext cx="337975"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02</a:t>
            </a:r>
          </a:p>
        </p:txBody>
      </p:sp>
    </p:spTree>
    <p:extLst>
      <p:ext uri="{BB962C8B-B14F-4D97-AF65-F5344CB8AC3E}">
        <p14:creationId xmlns:p14="http://schemas.microsoft.com/office/powerpoint/2010/main" val="3467963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141B5-4EF5-0F3F-4E27-8D04D83894C7}"/>
              </a:ext>
            </a:extLst>
          </p:cNvPr>
          <p:cNvSpPr>
            <a:spLocks noGrp="1"/>
          </p:cNvSpPr>
          <p:nvPr>
            <p:ph type="title"/>
          </p:nvPr>
        </p:nvSpPr>
        <p:spPr>
          <a:xfrm>
            <a:off x="1067295" y="252930"/>
            <a:ext cx="2432685" cy="215444"/>
          </a:xfrm>
        </p:spPr>
        <p:txBody>
          <a:bodyPr wrap="square" lIns="0" tIns="0" rIns="0" bIns="0" anchor="t">
            <a:spAutoFit/>
          </a:bodyPr>
          <a:lstStyle/>
          <a:p>
            <a:r>
              <a:rPr lang="en-US" dirty="0">
                <a:ea typeface="Calibri"/>
              </a:rPr>
              <a:t>Proposed Scenario</a:t>
            </a:r>
            <a:endParaRPr lang="en-US" dirty="0"/>
          </a:p>
        </p:txBody>
      </p:sp>
      <p:pic>
        <p:nvPicPr>
          <p:cNvPr id="4" name="Immagine 3">
            <a:extLst>
              <a:ext uri="{FF2B5EF4-FFF2-40B4-BE49-F238E27FC236}">
                <a16:creationId xmlns:a16="http://schemas.microsoft.com/office/drawing/2014/main" id="{ED1465F2-06CD-41A9-8019-4BF3500B879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118738" y="445168"/>
            <a:ext cx="2358304" cy="2354513"/>
          </a:xfrm>
          <a:prstGeom prst="rect">
            <a:avLst/>
          </a:prstGeom>
        </p:spPr>
      </p:pic>
      <p:sp>
        <p:nvSpPr>
          <p:cNvPr id="6" name="CasellaDiTesto 5">
            <a:extLst>
              <a:ext uri="{FF2B5EF4-FFF2-40B4-BE49-F238E27FC236}">
                <a16:creationId xmlns:a16="http://schemas.microsoft.com/office/drawing/2014/main" id="{6AAE4779-900A-41FF-A163-42DF5921F833}"/>
              </a:ext>
            </a:extLst>
          </p:cNvPr>
          <p:cNvSpPr txBox="1"/>
          <p:nvPr/>
        </p:nvSpPr>
        <p:spPr>
          <a:xfrm>
            <a:off x="288758" y="736092"/>
            <a:ext cx="2727866" cy="2062103"/>
          </a:xfrm>
          <a:prstGeom prst="rect">
            <a:avLst/>
          </a:prstGeom>
          <a:noFill/>
        </p:spPr>
        <p:txBody>
          <a:bodyPr wrap="square" rtlCol="0">
            <a:spAutoFit/>
          </a:bodyPr>
          <a:lstStyle/>
          <a:p>
            <a:pPr rtl="0" fontAlgn="base"/>
            <a:r>
              <a:rPr lang="en-US" sz="800" b="1" dirty="0"/>
              <a:t>Planning:</a:t>
            </a:r>
            <a:r>
              <a:rPr lang="en-US" sz="800" dirty="0"/>
              <a:t> 32 </a:t>
            </a:r>
            <a:r>
              <a:rPr lang="en-US" sz="800" dirty="0" err="1"/>
              <a:t>hrs</a:t>
            </a:r>
            <a:r>
              <a:rPr lang="en-US" sz="800" dirty="0"/>
              <a:t> of planning data for each satellite</a:t>
            </a:r>
          </a:p>
          <a:p>
            <a:pPr rtl="0" fontAlgn="base"/>
            <a:endParaRPr lang="en-US" sz="800" b="1" dirty="0"/>
          </a:p>
          <a:p>
            <a:pPr rtl="0" fontAlgn="base"/>
            <a:r>
              <a:rPr lang="en-US" sz="800" b="1" dirty="0"/>
              <a:t>Network State: </a:t>
            </a:r>
          </a:p>
          <a:p>
            <a:pPr marL="171450" lvl="3" indent="-171450" rtl="0" fontAlgn="base">
              <a:buFont typeface="Arial" panose="020B0604020202020204" pitchFamily="34" charset="0"/>
              <a:buChar char="•"/>
            </a:pPr>
            <a:r>
              <a:rPr lang="en-US" sz="800" dirty="0"/>
              <a:t>GS-01 is degraded: ANT-02 offline, ANT-03 exhibits latency and packet loss.</a:t>
            </a:r>
          </a:p>
          <a:p>
            <a:pPr marL="171450" lvl="3" indent="-171450" rtl="0" fontAlgn="base">
              <a:buFont typeface="Arial" panose="020B0604020202020204" pitchFamily="34" charset="0"/>
              <a:buChar char="•"/>
            </a:pPr>
            <a:r>
              <a:rPr lang="en-US" sz="800" dirty="0"/>
              <a:t>GS-01 </a:t>
            </a:r>
            <a:r>
              <a:rPr lang="it-IT" sz="800" dirty="0"/>
              <a:t>↔</a:t>
            </a:r>
            <a:r>
              <a:rPr lang="en-US" sz="800" dirty="0"/>
              <a:t> GS-02 degraded</a:t>
            </a:r>
          </a:p>
          <a:p>
            <a:pPr lvl="3" rtl="0" fontAlgn="base"/>
            <a:endParaRPr lang="en-US" sz="800" dirty="0"/>
          </a:p>
          <a:p>
            <a:r>
              <a:rPr lang="en-US" sz="800" b="1" dirty="0"/>
              <a:t>32 operational tickets</a:t>
            </a:r>
            <a:r>
              <a:rPr lang="en-US" sz="800" dirty="0"/>
              <a:t>: </a:t>
            </a:r>
          </a:p>
          <a:p>
            <a:pPr marL="171450" indent="-171450">
              <a:buFont typeface="Arial" panose="020B0604020202020204" pitchFamily="34" charset="0"/>
              <a:buChar char="•"/>
            </a:pPr>
            <a:r>
              <a:rPr lang="en-US" sz="800" dirty="0"/>
              <a:t>3 are related to the malfunctions</a:t>
            </a:r>
          </a:p>
          <a:p>
            <a:pPr marL="171450" indent="-171450">
              <a:buFont typeface="Arial" panose="020B0604020202020204" pitchFamily="34" charset="0"/>
              <a:buChar char="•"/>
            </a:pPr>
            <a:r>
              <a:rPr lang="en-US" sz="800" dirty="0"/>
              <a:t>1 is for preventive maintenance on GS-02/ANT-02 that requires </a:t>
            </a:r>
            <a:r>
              <a:rPr lang="en-US" sz="800" dirty="0" err="1"/>
              <a:t>replanning</a:t>
            </a:r>
            <a:endParaRPr lang="en-US" sz="800" dirty="0"/>
          </a:p>
          <a:p>
            <a:pPr marL="171450" indent="-171450">
              <a:buFont typeface="Arial" panose="020B0604020202020204" pitchFamily="34" charset="0"/>
              <a:buChar char="•"/>
            </a:pPr>
            <a:r>
              <a:rPr lang="en-US" sz="800" dirty="0"/>
              <a:t>1 is about an urgent acquisition that requires </a:t>
            </a:r>
            <a:r>
              <a:rPr lang="en-US" sz="800" dirty="0" err="1"/>
              <a:t>replanning</a:t>
            </a:r>
            <a:r>
              <a:rPr lang="en-US" sz="800" dirty="0"/>
              <a:t> of activities</a:t>
            </a:r>
          </a:p>
          <a:p>
            <a:endParaRPr lang="en-US" sz="800" dirty="0"/>
          </a:p>
          <a:p>
            <a:r>
              <a:rPr lang="en-US" sz="800" b="1" dirty="0"/>
              <a:t>Knowledge base</a:t>
            </a:r>
            <a:r>
              <a:rPr lang="en-US" sz="800" dirty="0"/>
              <a:t>: 20 documents in the RAG system</a:t>
            </a:r>
          </a:p>
          <a:p>
            <a:pPr marL="171450" lvl="3" indent="-171450" rtl="0" fontAlgn="base">
              <a:buFont typeface="Arial" panose="020B0604020202020204" pitchFamily="34" charset="0"/>
              <a:buChar char="•"/>
            </a:pPr>
            <a:endParaRPr lang="en-US" sz="800" dirty="0"/>
          </a:p>
        </p:txBody>
      </p:sp>
    </p:spTree>
    <p:extLst>
      <p:ext uri="{BB962C8B-B14F-4D97-AF65-F5344CB8AC3E}">
        <p14:creationId xmlns:p14="http://schemas.microsoft.com/office/powerpoint/2010/main" val="13711188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C390-9BA3-E69B-8A70-ED8DAC5F1D5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ADCF6A5-D5F0-4C52-9946-15614F8EC600}"/>
              </a:ext>
            </a:extLst>
          </p:cNvPr>
          <p:cNvSpPr txBox="1"/>
          <p:nvPr/>
        </p:nvSpPr>
        <p:spPr>
          <a:xfrm>
            <a:off x="994577" y="184503"/>
            <a:ext cx="43796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400" b="1" dirty="0">
                <a:solidFill>
                  <a:schemeClr val="accent2">
                    <a:lumMod val="76000"/>
                  </a:schemeClr>
                </a:solidFill>
              </a:rPr>
              <a:t>Evaluation Benchmark</a:t>
            </a:r>
          </a:p>
        </p:txBody>
      </p:sp>
      <p:pic>
        <p:nvPicPr>
          <p:cNvPr id="5" name="Immagine 4">
            <a:extLst>
              <a:ext uri="{FF2B5EF4-FFF2-40B4-BE49-F238E27FC236}">
                <a16:creationId xmlns:a16="http://schemas.microsoft.com/office/drawing/2014/main" id="{E80453EE-5981-47E7-B714-D09033DADF0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30188" y="492280"/>
            <a:ext cx="3466827" cy="2674025"/>
          </a:xfrm>
          <a:prstGeom prst="rect">
            <a:avLst/>
          </a:prstGeom>
        </p:spPr>
      </p:pic>
      <p:sp>
        <p:nvSpPr>
          <p:cNvPr id="6" name="Parentesi graffa aperta 5">
            <a:extLst>
              <a:ext uri="{FF2B5EF4-FFF2-40B4-BE49-F238E27FC236}">
                <a16:creationId xmlns:a16="http://schemas.microsoft.com/office/drawing/2014/main" id="{59FD414C-22E1-4582-B003-4CBEEF22BDA7}"/>
              </a:ext>
            </a:extLst>
          </p:cNvPr>
          <p:cNvSpPr/>
          <p:nvPr/>
        </p:nvSpPr>
        <p:spPr>
          <a:xfrm>
            <a:off x="1578720" y="708212"/>
            <a:ext cx="97680" cy="1241612"/>
          </a:xfrm>
          <a:prstGeom prst="leftBrace">
            <a:avLst/>
          </a:prstGeom>
          <a:ln w="12700">
            <a:solidFill>
              <a:schemeClr val="accent3">
                <a:lumMod val="50000"/>
              </a:schemeClr>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it-IT"/>
          </a:p>
        </p:txBody>
      </p:sp>
      <p:sp>
        <p:nvSpPr>
          <p:cNvPr id="9" name="Parentesi graffa aperta 8">
            <a:extLst>
              <a:ext uri="{FF2B5EF4-FFF2-40B4-BE49-F238E27FC236}">
                <a16:creationId xmlns:a16="http://schemas.microsoft.com/office/drawing/2014/main" id="{A2A4B7EE-9D04-48A4-A4BF-59EE21DD5817}"/>
              </a:ext>
            </a:extLst>
          </p:cNvPr>
          <p:cNvSpPr/>
          <p:nvPr/>
        </p:nvSpPr>
        <p:spPr>
          <a:xfrm>
            <a:off x="1566456" y="2003612"/>
            <a:ext cx="112311" cy="578224"/>
          </a:xfrm>
          <a:prstGeom prst="leftBrace">
            <a:avLst/>
          </a:prstGeom>
          <a:ln w="12700">
            <a:solidFill>
              <a:schemeClr val="accent6">
                <a:lumMod val="75000"/>
              </a:schemeClr>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it-IT"/>
          </a:p>
        </p:txBody>
      </p:sp>
      <p:sp>
        <p:nvSpPr>
          <p:cNvPr id="10" name="Parentesi graffa aperta 9">
            <a:extLst>
              <a:ext uri="{FF2B5EF4-FFF2-40B4-BE49-F238E27FC236}">
                <a16:creationId xmlns:a16="http://schemas.microsoft.com/office/drawing/2014/main" id="{E6F7CDB6-E4FA-45AC-98EE-AD7FDE375838}"/>
              </a:ext>
            </a:extLst>
          </p:cNvPr>
          <p:cNvSpPr/>
          <p:nvPr/>
        </p:nvSpPr>
        <p:spPr>
          <a:xfrm>
            <a:off x="1578720" y="2649476"/>
            <a:ext cx="87784" cy="424723"/>
          </a:xfrm>
          <a:prstGeom prst="leftBrace">
            <a:avLst/>
          </a:prstGeom>
          <a:ln w="12700">
            <a:solidFill>
              <a:srgbClr val="FF0000"/>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it-IT"/>
          </a:p>
        </p:txBody>
      </p:sp>
      <p:sp>
        <p:nvSpPr>
          <p:cNvPr id="7" name="CasellaDiTesto 6">
            <a:extLst>
              <a:ext uri="{FF2B5EF4-FFF2-40B4-BE49-F238E27FC236}">
                <a16:creationId xmlns:a16="http://schemas.microsoft.com/office/drawing/2014/main" id="{E1F5ECB7-82D0-4AA3-94DC-DC5AFFA012D2}"/>
              </a:ext>
            </a:extLst>
          </p:cNvPr>
          <p:cNvSpPr txBox="1"/>
          <p:nvPr/>
        </p:nvSpPr>
        <p:spPr>
          <a:xfrm>
            <a:off x="866104" y="1205907"/>
            <a:ext cx="644728" cy="246221"/>
          </a:xfrm>
          <a:prstGeom prst="rect">
            <a:avLst/>
          </a:prstGeom>
          <a:noFill/>
        </p:spPr>
        <p:txBody>
          <a:bodyPr wrap="none" rtlCol="0">
            <a:spAutoFit/>
          </a:bodyPr>
          <a:lstStyle/>
          <a:p>
            <a:r>
              <a:rPr lang="it-IT" sz="1000" dirty="0">
                <a:solidFill>
                  <a:schemeClr val="accent3">
                    <a:lumMod val="50000"/>
                  </a:schemeClr>
                </a:solidFill>
              </a:rPr>
              <a:t>10 Easy</a:t>
            </a:r>
          </a:p>
        </p:txBody>
      </p:sp>
      <p:sp>
        <p:nvSpPr>
          <p:cNvPr id="11" name="CasellaDiTesto 10">
            <a:extLst>
              <a:ext uri="{FF2B5EF4-FFF2-40B4-BE49-F238E27FC236}">
                <a16:creationId xmlns:a16="http://schemas.microsoft.com/office/drawing/2014/main" id="{071FF2B0-C7C8-42B8-9B92-BE37579C165C}"/>
              </a:ext>
            </a:extLst>
          </p:cNvPr>
          <p:cNvSpPr txBox="1"/>
          <p:nvPr/>
        </p:nvSpPr>
        <p:spPr>
          <a:xfrm>
            <a:off x="769318" y="2165755"/>
            <a:ext cx="745717" cy="246221"/>
          </a:xfrm>
          <a:prstGeom prst="rect">
            <a:avLst/>
          </a:prstGeom>
          <a:noFill/>
        </p:spPr>
        <p:txBody>
          <a:bodyPr wrap="none" rtlCol="0">
            <a:spAutoFit/>
          </a:bodyPr>
          <a:lstStyle/>
          <a:p>
            <a:r>
              <a:rPr lang="it-IT" sz="1000" dirty="0">
                <a:solidFill>
                  <a:schemeClr val="accent6">
                    <a:lumMod val="75000"/>
                  </a:schemeClr>
                </a:solidFill>
              </a:rPr>
              <a:t>6 Medium</a:t>
            </a:r>
          </a:p>
        </p:txBody>
      </p:sp>
      <p:sp>
        <p:nvSpPr>
          <p:cNvPr id="12" name="CasellaDiTesto 11">
            <a:extLst>
              <a:ext uri="{FF2B5EF4-FFF2-40B4-BE49-F238E27FC236}">
                <a16:creationId xmlns:a16="http://schemas.microsoft.com/office/drawing/2014/main" id="{9420D578-2A1C-479D-B56A-095062039C41}"/>
              </a:ext>
            </a:extLst>
          </p:cNvPr>
          <p:cNvSpPr txBox="1"/>
          <p:nvPr/>
        </p:nvSpPr>
        <p:spPr>
          <a:xfrm>
            <a:off x="933064" y="2738726"/>
            <a:ext cx="567784" cy="246221"/>
          </a:xfrm>
          <a:prstGeom prst="rect">
            <a:avLst/>
          </a:prstGeom>
          <a:noFill/>
        </p:spPr>
        <p:txBody>
          <a:bodyPr wrap="none" rtlCol="0">
            <a:spAutoFit/>
          </a:bodyPr>
          <a:lstStyle/>
          <a:p>
            <a:r>
              <a:rPr lang="it-IT" sz="1000" dirty="0">
                <a:solidFill>
                  <a:srgbClr val="FF0000"/>
                </a:solidFill>
              </a:rPr>
              <a:t>4 Hard</a:t>
            </a:r>
          </a:p>
        </p:txBody>
      </p:sp>
    </p:spTree>
    <p:extLst>
      <p:ext uri="{BB962C8B-B14F-4D97-AF65-F5344CB8AC3E}">
        <p14:creationId xmlns:p14="http://schemas.microsoft.com/office/powerpoint/2010/main" val="5720859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C390-9BA3-E69B-8A70-ED8DAC5F1D5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ADCF6A5-D5F0-4C52-9946-15614F8EC600}"/>
              </a:ext>
            </a:extLst>
          </p:cNvPr>
          <p:cNvSpPr txBox="1"/>
          <p:nvPr/>
        </p:nvSpPr>
        <p:spPr>
          <a:xfrm>
            <a:off x="994577" y="184503"/>
            <a:ext cx="43796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400" b="1" dirty="0">
                <a:solidFill>
                  <a:schemeClr val="accent2">
                    <a:lumMod val="76000"/>
                  </a:schemeClr>
                </a:solidFill>
              </a:rPr>
              <a:t>Evaluation Methodology</a:t>
            </a:r>
          </a:p>
        </p:txBody>
      </p:sp>
      <p:sp>
        <p:nvSpPr>
          <p:cNvPr id="2" name="Rettangolo 1">
            <a:extLst>
              <a:ext uri="{FF2B5EF4-FFF2-40B4-BE49-F238E27FC236}">
                <a16:creationId xmlns:a16="http://schemas.microsoft.com/office/drawing/2014/main" id="{472EA985-A8C4-453F-93C6-C78EF370D5C6}"/>
              </a:ext>
            </a:extLst>
          </p:cNvPr>
          <p:cNvSpPr/>
          <p:nvPr/>
        </p:nvSpPr>
        <p:spPr>
          <a:xfrm>
            <a:off x="659219" y="1003742"/>
            <a:ext cx="1385362" cy="188292"/>
          </a:xfrm>
          <a:prstGeom prst="rect">
            <a:avLst/>
          </a:prstGeom>
          <a:solidFill>
            <a:schemeClr val="accent3">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800" b="1" dirty="0">
                <a:solidFill>
                  <a:schemeClr val="tx1"/>
                </a:solidFill>
              </a:rPr>
              <a:t>FUNES</a:t>
            </a:r>
          </a:p>
        </p:txBody>
      </p:sp>
      <p:sp>
        <p:nvSpPr>
          <p:cNvPr id="52" name="Rettangolo 51">
            <a:extLst>
              <a:ext uri="{FF2B5EF4-FFF2-40B4-BE49-F238E27FC236}">
                <a16:creationId xmlns:a16="http://schemas.microsoft.com/office/drawing/2014/main" id="{9A55732E-A5EF-4041-9E9F-AA842053BDCC}"/>
              </a:ext>
            </a:extLst>
          </p:cNvPr>
          <p:cNvSpPr/>
          <p:nvPr/>
        </p:nvSpPr>
        <p:spPr>
          <a:xfrm>
            <a:off x="659219" y="1211698"/>
            <a:ext cx="1385362" cy="519238"/>
          </a:xfrm>
          <a:prstGeom prst="rect">
            <a:avLst/>
          </a:prstGeom>
          <a:solidFill>
            <a:schemeClr val="accent3">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l">
              <a:buFont typeface="Arial" panose="020B0604020202020204" pitchFamily="34" charset="0"/>
              <a:buChar char="•"/>
            </a:pPr>
            <a:r>
              <a:rPr lang="it-IT" sz="700" dirty="0">
                <a:solidFill>
                  <a:schemeClr val="tx1"/>
                </a:solidFill>
              </a:rPr>
              <a:t>Query</a:t>
            </a:r>
          </a:p>
          <a:p>
            <a:pPr marL="171450" indent="-171450" algn="l">
              <a:buFont typeface="Arial" panose="020B0604020202020204" pitchFamily="34" charset="0"/>
              <a:buChar char="•"/>
            </a:pPr>
            <a:r>
              <a:rPr lang="it-IT" sz="700" dirty="0" err="1">
                <a:solidFill>
                  <a:schemeClr val="tx1"/>
                </a:solidFill>
              </a:rPr>
              <a:t>Retrieved</a:t>
            </a:r>
            <a:r>
              <a:rPr lang="it-IT" sz="700" dirty="0">
                <a:solidFill>
                  <a:schemeClr val="tx1"/>
                </a:solidFill>
              </a:rPr>
              <a:t> </a:t>
            </a:r>
            <a:r>
              <a:rPr lang="it-IT" sz="700" dirty="0" err="1">
                <a:solidFill>
                  <a:schemeClr val="tx1"/>
                </a:solidFill>
              </a:rPr>
              <a:t>useful</a:t>
            </a:r>
            <a:r>
              <a:rPr lang="it-IT" sz="700" dirty="0">
                <a:solidFill>
                  <a:schemeClr val="tx1"/>
                </a:solidFill>
              </a:rPr>
              <a:t> </a:t>
            </a:r>
            <a:r>
              <a:rPr lang="it-IT" sz="700" dirty="0" err="1">
                <a:solidFill>
                  <a:schemeClr val="tx1"/>
                </a:solidFill>
              </a:rPr>
              <a:t>context</a:t>
            </a:r>
            <a:endParaRPr lang="it-IT" sz="700" dirty="0">
              <a:solidFill>
                <a:schemeClr val="tx1"/>
              </a:solidFill>
            </a:endParaRPr>
          </a:p>
        </p:txBody>
      </p:sp>
      <p:sp>
        <p:nvSpPr>
          <p:cNvPr id="53" name="Rettangolo 52">
            <a:extLst>
              <a:ext uri="{FF2B5EF4-FFF2-40B4-BE49-F238E27FC236}">
                <a16:creationId xmlns:a16="http://schemas.microsoft.com/office/drawing/2014/main" id="{560EC6C3-3683-4BF9-90B5-8B36A3163CBD}"/>
              </a:ext>
            </a:extLst>
          </p:cNvPr>
          <p:cNvSpPr/>
          <p:nvPr/>
        </p:nvSpPr>
        <p:spPr>
          <a:xfrm>
            <a:off x="3793359" y="1003741"/>
            <a:ext cx="1385362" cy="188292"/>
          </a:xfrm>
          <a:prstGeom prst="rect">
            <a:avLst/>
          </a:prstGeom>
          <a:solidFill>
            <a:schemeClr val="accent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800" b="1" dirty="0" err="1">
                <a:solidFill>
                  <a:schemeClr val="tx1"/>
                </a:solidFill>
              </a:rPr>
              <a:t>Llama</a:t>
            </a:r>
            <a:r>
              <a:rPr lang="it-IT" sz="800" b="1" dirty="0">
                <a:solidFill>
                  <a:schemeClr val="tx1"/>
                </a:solidFill>
              </a:rPr>
              <a:t> 3.3 70B</a:t>
            </a:r>
          </a:p>
        </p:txBody>
      </p:sp>
      <p:sp>
        <p:nvSpPr>
          <p:cNvPr id="54" name="Rettangolo 53">
            <a:extLst>
              <a:ext uri="{FF2B5EF4-FFF2-40B4-BE49-F238E27FC236}">
                <a16:creationId xmlns:a16="http://schemas.microsoft.com/office/drawing/2014/main" id="{3F801AE9-DA59-4430-BE31-41C9FEB8B460}"/>
              </a:ext>
            </a:extLst>
          </p:cNvPr>
          <p:cNvSpPr/>
          <p:nvPr/>
        </p:nvSpPr>
        <p:spPr>
          <a:xfrm>
            <a:off x="3793359" y="1211696"/>
            <a:ext cx="1385362" cy="519240"/>
          </a:xfrm>
          <a:prstGeom prst="rect">
            <a:avLst/>
          </a:prstGeom>
          <a:solidFill>
            <a:schemeClr val="accent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l">
              <a:buFont typeface="Arial" panose="020B0604020202020204" pitchFamily="34" charset="0"/>
              <a:buChar char="•"/>
            </a:pPr>
            <a:r>
              <a:rPr lang="it-IT" sz="700" dirty="0">
                <a:solidFill>
                  <a:schemeClr val="tx1"/>
                </a:solidFill>
              </a:rPr>
              <a:t>Query </a:t>
            </a:r>
          </a:p>
          <a:p>
            <a:pPr marL="171450" indent="-171450" algn="l">
              <a:buFont typeface="Arial" panose="020B0604020202020204" pitchFamily="34" charset="0"/>
              <a:buChar char="•"/>
            </a:pPr>
            <a:r>
              <a:rPr lang="it-IT" sz="700" dirty="0">
                <a:solidFill>
                  <a:schemeClr val="tx1"/>
                </a:solidFill>
              </a:rPr>
              <a:t>Full </a:t>
            </a:r>
            <a:r>
              <a:rPr lang="it-IT" sz="700" dirty="0" err="1">
                <a:solidFill>
                  <a:schemeClr val="tx1"/>
                </a:solidFill>
              </a:rPr>
              <a:t>context</a:t>
            </a:r>
            <a:r>
              <a:rPr lang="it-IT" sz="700" dirty="0">
                <a:solidFill>
                  <a:schemeClr val="tx1"/>
                </a:solidFill>
              </a:rPr>
              <a:t> of 24K tokens</a:t>
            </a:r>
          </a:p>
        </p:txBody>
      </p:sp>
      <p:sp>
        <p:nvSpPr>
          <p:cNvPr id="55" name="Rombo 54">
            <a:extLst>
              <a:ext uri="{FF2B5EF4-FFF2-40B4-BE49-F238E27FC236}">
                <a16:creationId xmlns:a16="http://schemas.microsoft.com/office/drawing/2014/main" id="{BEA5C20E-B63F-439E-A7CD-095046DDDA7D}"/>
              </a:ext>
            </a:extLst>
          </p:cNvPr>
          <p:cNvSpPr/>
          <p:nvPr/>
        </p:nvSpPr>
        <p:spPr>
          <a:xfrm>
            <a:off x="2286542" y="627549"/>
            <a:ext cx="1259467" cy="307777"/>
          </a:xfrm>
          <a:prstGeom prst="diamond">
            <a:avLst/>
          </a:prstGeom>
          <a:solidFill>
            <a:schemeClr val="bg1"/>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i="1" dirty="0">
                <a:solidFill>
                  <a:schemeClr val="tx1"/>
                </a:solidFill>
                <a:latin typeface="+mj-lt"/>
                <a:ea typeface="Yu Gothic UI" panose="020B0500000000000000" pitchFamily="34" charset="-128"/>
              </a:rPr>
              <a:t>VS</a:t>
            </a:r>
          </a:p>
        </p:txBody>
      </p:sp>
      <p:sp>
        <p:nvSpPr>
          <p:cNvPr id="58" name="Rettangolo 57">
            <a:extLst>
              <a:ext uri="{FF2B5EF4-FFF2-40B4-BE49-F238E27FC236}">
                <a16:creationId xmlns:a16="http://schemas.microsoft.com/office/drawing/2014/main" id="{36B8FD0F-7763-49C8-A15A-BE983F42A5E2}"/>
              </a:ext>
            </a:extLst>
          </p:cNvPr>
          <p:cNvSpPr/>
          <p:nvPr/>
        </p:nvSpPr>
        <p:spPr>
          <a:xfrm>
            <a:off x="2236187" y="1003740"/>
            <a:ext cx="1385362" cy="188292"/>
          </a:xfrm>
          <a:prstGeom prst="rect">
            <a:avLst/>
          </a:prstGeom>
          <a:solidFill>
            <a:schemeClr val="bg1">
              <a:lumMod val="95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800" b="1" dirty="0">
                <a:solidFill>
                  <a:schemeClr val="tx1"/>
                </a:solidFill>
              </a:rPr>
              <a:t>LLM </a:t>
            </a:r>
            <a:r>
              <a:rPr lang="it-IT" sz="800" b="1" dirty="0" err="1">
                <a:solidFill>
                  <a:schemeClr val="tx1"/>
                </a:solidFill>
              </a:rPr>
              <a:t>as</a:t>
            </a:r>
            <a:r>
              <a:rPr lang="it-IT" sz="800" b="1" dirty="0">
                <a:solidFill>
                  <a:schemeClr val="tx1"/>
                </a:solidFill>
              </a:rPr>
              <a:t> a </a:t>
            </a:r>
            <a:r>
              <a:rPr lang="it-IT" sz="800" b="1" dirty="0" err="1">
                <a:solidFill>
                  <a:schemeClr val="tx1"/>
                </a:solidFill>
              </a:rPr>
              <a:t>judge</a:t>
            </a:r>
            <a:endParaRPr lang="it-IT" sz="800" b="1" dirty="0">
              <a:solidFill>
                <a:schemeClr val="tx1"/>
              </a:solidFill>
            </a:endParaRPr>
          </a:p>
        </p:txBody>
      </p:sp>
      <p:sp>
        <p:nvSpPr>
          <p:cNvPr id="59" name="Rettangolo 58">
            <a:extLst>
              <a:ext uri="{FF2B5EF4-FFF2-40B4-BE49-F238E27FC236}">
                <a16:creationId xmlns:a16="http://schemas.microsoft.com/office/drawing/2014/main" id="{9A8E99C0-25E0-445C-A62A-32995BD28A6C}"/>
              </a:ext>
            </a:extLst>
          </p:cNvPr>
          <p:cNvSpPr/>
          <p:nvPr/>
        </p:nvSpPr>
        <p:spPr>
          <a:xfrm>
            <a:off x="2236187" y="1211695"/>
            <a:ext cx="1385362" cy="519241"/>
          </a:xfrm>
          <a:prstGeom prst="rect">
            <a:avLst/>
          </a:prstGeom>
          <a:solidFill>
            <a:schemeClr val="bg1">
              <a:lumMod val="95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l">
              <a:buFont typeface="Arial" panose="020B0604020202020204" pitchFamily="34" charset="0"/>
              <a:buChar char="•"/>
            </a:pPr>
            <a:r>
              <a:rPr lang="it-IT" sz="700" dirty="0">
                <a:solidFill>
                  <a:schemeClr val="tx1"/>
                </a:solidFill>
              </a:rPr>
              <a:t>Query</a:t>
            </a:r>
          </a:p>
          <a:p>
            <a:pPr marL="171450" indent="-171450" algn="l">
              <a:buFont typeface="Arial" panose="020B0604020202020204" pitchFamily="34" charset="0"/>
              <a:buChar char="•"/>
            </a:pPr>
            <a:r>
              <a:rPr lang="it-IT" sz="700" dirty="0">
                <a:solidFill>
                  <a:schemeClr val="tx1"/>
                </a:solidFill>
              </a:rPr>
              <a:t>Scenario </a:t>
            </a:r>
            <a:r>
              <a:rPr lang="it-IT" sz="700" dirty="0" err="1">
                <a:solidFill>
                  <a:schemeClr val="tx1"/>
                </a:solidFill>
              </a:rPr>
              <a:t>description</a:t>
            </a:r>
            <a:endParaRPr lang="it-IT" sz="700" dirty="0">
              <a:solidFill>
                <a:schemeClr val="tx1"/>
              </a:solidFill>
            </a:endParaRPr>
          </a:p>
          <a:p>
            <a:pPr marL="171450" indent="-171450" algn="l">
              <a:buFont typeface="Arial" panose="020B0604020202020204" pitchFamily="34" charset="0"/>
              <a:buChar char="•"/>
            </a:pPr>
            <a:r>
              <a:rPr lang="it-IT" sz="700" dirty="0">
                <a:solidFill>
                  <a:schemeClr val="tx1"/>
                </a:solidFill>
              </a:rPr>
              <a:t>Evaluation </a:t>
            </a:r>
            <a:r>
              <a:rPr lang="it-IT" sz="700" dirty="0" err="1">
                <a:solidFill>
                  <a:schemeClr val="tx1"/>
                </a:solidFill>
              </a:rPr>
              <a:t>instructions</a:t>
            </a:r>
            <a:endParaRPr lang="it-IT" sz="700" dirty="0">
              <a:solidFill>
                <a:schemeClr val="tx1"/>
              </a:solidFill>
            </a:endParaRPr>
          </a:p>
          <a:p>
            <a:pPr marL="171450" indent="-171450" algn="l">
              <a:buFont typeface="Arial" panose="020B0604020202020204" pitchFamily="34" charset="0"/>
              <a:buChar char="•"/>
            </a:pPr>
            <a:r>
              <a:rPr lang="it-IT" sz="700" dirty="0" err="1">
                <a:solidFill>
                  <a:schemeClr val="tx1"/>
                </a:solidFill>
              </a:rPr>
              <a:t>Answers</a:t>
            </a:r>
            <a:endParaRPr lang="it-IT" sz="700" dirty="0">
              <a:solidFill>
                <a:schemeClr val="tx1"/>
              </a:solidFill>
            </a:endParaRPr>
          </a:p>
        </p:txBody>
      </p:sp>
      <p:sp>
        <p:nvSpPr>
          <p:cNvPr id="60" name="Rettangolo con angoli arrotondati 59">
            <a:extLst>
              <a:ext uri="{FF2B5EF4-FFF2-40B4-BE49-F238E27FC236}">
                <a16:creationId xmlns:a16="http://schemas.microsoft.com/office/drawing/2014/main" id="{D5A17998-62D5-4379-8486-75635F6E4E28}"/>
              </a:ext>
            </a:extLst>
          </p:cNvPr>
          <p:cNvSpPr/>
          <p:nvPr/>
        </p:nvSpPr>
        <p:spPr>
          <a:xfrm>
            <a:off x="629988" y="1864817"/>
            <a:ext cx="1428175" cy="544658"/>
          </a:xfrm>
          <a:prstGeom prst="roundRect">
            <a:avLst/>
          </a:prstGeom>
          <a:solidFill>
            <a:schemeClr val="tx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61" name="CasellaDiTesto 60">
            <a:extLst>
              <a:ext uri="{FF2B5EF4-FFF2-40B4-BE49-F238E27FC236}">
                <a16:creationId xmlns:a16="http://schemas.microsoft.com/office/drawing/2014/main" id="{288836B2-5514-4156-9CC4-D767CCF36B1F}"/>
              </a:ext>
            </a:extLst>
          </p:cNvPr>
          <p:cNvSpPr txBox="1"/>
          <p:nvPr/>
        </p:nvSpPr>
        <p:spPr>
          <a:xfrm>
            <a:off x="721734" y="1861759"/>
            <a:ext cx="1210683" cy="200055"/>
          </a:xfrm>
          <a:prstGeom prst="rect">
            <a:avLst/>
          </a:prstGeom>
          <a:noFill/>
        </p:spPr>
        <p:txBody>
          <a:bodyPr wrap="square" rtlCol="0">
            <a:spAutoFit/>
          </a:bodyPr>
          <a:lstStyle/>
          <a:p>
            <a:pPr algn="ctr"/>
            <a:r>
              <a:rPr lang="it-IT" sz="700" b="1" dirty="0" err="1">
                <a:solidFill>
                  <a:schemeClr val="tx1"/>
                </a:solidFill>
                <a:latin typeface="+mn-lt"/>
              </a:rPr>
              <a:t>Answer</a:t>
            </a:r>
            <a:r>
              <a:rPr lang="it-IT" sz="700" b="1" dirty="0">
                <a:solidFill>
                  <a:schemeClr val="tx1"/>
                </a:solidFill>
                <a:latin typeface="+mn-lt"/>
              </a:rPr>
              <a:t> </a:t>
            </a:r>
            <a:r>
              <a:rPr lang="it-IT" sz="700" b="1" dirty="0" err="1">
                <a:solidFill>
                  <a:schemeClr val="tx1"/>
                </a:solidFill>
                <a:latin typeface="+mn-lt"/>
              </a:rPr>
              <a:t>correctness</a:t>
            </a:r>
            <a:endParaRPr lang="it-IT" sz="700" b="1" dirty="0">
              <a:solidFill>
                <a:schemeClr val="tx1"/>
              </a:solidFill>
              <a:latin typeface="+mn-lt"/>
            </a:endParaRPr>
          </a:p>
        </p:txBody>
      </p:sp>
      <p:cxnSp>
        <p:nvCxnSpPr>
          <p:cNvPr id="63" name="Connettore diritto 62">
            <a:extLst>
              <a:ext uri="{FF2B5EF4-FFF2-40B4-BE49-F238E27FC236}">
                <a16:creationId xmlns:a16="http://schemas.microsoft.com/office/drawing/2014/main" id="{0294E768-A14B-451B-94DE-730AF9C51A50}"/>
              </a:ext>
            </a:extLst>
          </p:cNvPr>
          <p:cNvCxnSpPr>
            <a:cxnSpLocks/>
          </p:cNvCxnSpPr>
          <p:nvPr/>
        </p:nvCxnSpPr>
        <p:spPr>
          <a:xfrm>
            <a:off x="775251" y="2031331"/>
            <a:ext cx="1083817"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68" name="CasellaDiTesto 67">
            <a:extLst>
              <a:ext uri="{FF2B5EF4-FFF2-40B4-BE49-F238E27FC236}">
                <a16:creationId xmlns:a16="http://schemas.microsoft.com/office/drawing/2014/main" id="{26318903-2C4B-40B2-9351-66AC7100130B}"/>
              </a:ext>
            </a:extLst>
          </p:cNvPr>
          <p:cNvSpPr txBox="1"/>
          <p:nvPr/>
        </p:nvSpPr>
        <p:spPr>
          <a:xfrm>
            <a:off x="941921" y="2642283"/>
            <a:ext cx="184731" cy="369332"/>
          </a:xfrm>
          <a:prstGeom prst="rect">
            <a:avLst/>
          </a:prstGeom>
          <a:noFill/>
        </p:spPr>
        <p:txBody>
          <a:bodyPr wrap="none" rtlCol="0">
            <a:spAutoFit/>
          </a:bodyPr>
          <a:lstStyle/>
          <a:p>
            <a:endParaRPr lang="it-IT" dirty="0"/>
          </a:p>
        </p:txBody>
      </p:sp>
      <p:sp>
        <p:nvSpPr>
          <p:cNvPr id="69" name="CasellaDiTesto 68">
            <a:extLst>
              <a:ext uri="{FF2B5EF4-FFF2-40B4-BE49-F238E27FC236}">
                <a16:creationId xmlns:a16="http://schemas.microsoft.com/office/drawing/2014/main" id="{2CA9AC68-CF7D-46C1-9250-75299E3BD39B}"/>
              </a:ext>
            </a:extLst>
          </p:cNvPr>
          <p:cNvSpPr txBox="1"/>
          <p:nvPr/>
        </p:nvSpPr>
        <p:spPr>
          <a:xfrm>
            <a:off x="686563" y="2019721"/>
            <a:ext cx="1294056" cy="415498"/>
          </a:xfrm>
          <a:prstGeom prst="rect">
            <a:avLst/>
          </a:prstGeom>
          <a:noFill/>
        </p:spPr>
        <p:txBody>
          <a:bodyPr wrap="square" rtlCol="0">
            <a:spAutoFit/>
          </a:bodyPr>
          <a:lstStyle/>
          <a:p>
            <a:pPr algn="ctr"/>
            <a:r>
              <a:rPr lang="it-IT" sz="700" dirty="0" err="1">
                <a:solidFill>
                  <a:schemeClr val="tx1"/>
                </a:solidFill>
                <a:latin typeface="+mn-lt"/>
              </a:rPr>
              <a:t>Correctly</a:t>
            </a:r>
            <a:r>
              <a:rPr lang="it-IT" sz="700" dirty="0">
                <a:solidFill>
                  <a:schemeClr val="tx1"/>
                </a:solidFill>
                <a:latin typeface="+mn-lt"/>
              </a:rPr>
              <a:t> </a:t>
            </a:r>
            <a:r>
              <a:rPr lang="it-IT" sz="700" dirty="0" err="1">
                <a:solidFill>
                  <a:schemeClr val="tx1"/>
                </a:solidFill>
                <a:latin typeface="+mn-lt"/>
              </a:rPr>
              <a:t>addressing</a:t>
            </a:r>
            <a:r>
              <a:rPr lang="it-IT" sz="700" dirty="0">
                <a:solidFill>
                  <a:schemeClr val="tx1"/>
                </a:solidFill>
                <a:latin typeface="+mn-lt"/>
              </a:rPr>
              <a:t> of the </a:t>
            </a:r>
            <a:r>
              <a:rPr lang="it-IT" sz="700" dirty="0" err="1">
                <a:solidFill>
                  <a:schemeClr val="tx1"/>
                </a:solidFill>
                <a:latin typeface="+mn-lt"/>
              </a:rPr>
              <a:t>question</a:t>
            </a:r>
            <a:r>
              <a:rPr lang="it-IT" sz="700" dirty="0">
                <a:solidFill>
                  <a:schemeClr val="tx1"/>
                </a:solidFill>
                <a:latin typeface="+mn-lt"/>
              </a:rPr>
              <a:t> </a:t>
            </a:r>
            <a:r>
              <a:rPr lang="it-IT" sz="700" dirty="0" err="1">
                <a:solidFill>
                  <a:schemeClr val="tx1"/>
                </a:solidFill>
                <a:latin typeface="+mn-lt"/>
              </a:rPr>
              <a:t>given</a:t>
            </a:r>
            <a:r>
              <a:rPr lang="it-IT" sz="700" dirty="0">
                <a:solidFill>
                  <a:schemeClr val="tx1"/>
                </a:solidFill>
                <a:latin typeface="+mn-lt"/>
              </a:rPr>
              <a:t> the </a:t>
            </a:r>
            <a:r>
              <a:rPr lang="it-IT" sz="700" dirty="0" err="1">
                <a:solidFill>
                  <a:schemeClr val="tx1"/>
                </a:solidFill>
                <a:latin typeface="+mn-lt"/>
              </a:rPr>
              <a:t>operational</a:t>
            </a:r>
            <a:r>
              <a:rPr lang="it-IT" sz="700" dirty="0">
                <a:solidFill>
                  <a:schemeClr val="tx1"/>
                </a:solidFill>
                <a:latin typeface="+mn-lt"/>
              </a:rPr>
              <a:t> knowledge.</a:t>
            </a:r>
          </a:p>
        </p:txBody>
      </p:sp>
      <p:sp>
        <p:nvSpPr>
          <p:cNvPr id="83" name="Rettangolo con angoli arrotondati 82">
            <a:extLst>
              <a:ext uri="{FF2B5EF4-FFF2-40B4-BE49-F238E27FC236}">
                <a16:creationId xmlns:a16="http://schemas.microsoft.com/office/drawing/2014/main" id="{8A946CEA-E729-4E76-B6F0-A07B380B0C9E}"/>
              </a:ext>
            </a:extLst>
          </p:cNvPr>
          <p:cNvSpPr/>
          <p:nvPr/>
        </p:nvSpPr>
        <p:spPr>
          <a:xfrm>
            <a:off x="629988" y="2508515"/>
            <a:ext cx="1428175" cy="544658"/>
          </a:xfrm>
          <a:prstGeom prst="roundRect">
            <a:avLst/>
          </a:prstGeom>
          <a:solidFill>
            <a:schemeClr val="tx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84" name="CasellaDiTesto 83">
            <a:extLst>
              <a:ext uri="{FF2B5EF4-FFF2-40B4-BE49-F238E27FC236}">
                <a16:creationId xmlns:a16="http://schemas.microsoft.com/office/drawing/2014/main" id="{EE9535BC-EBB7-4184-A259-108C8D642793}"/>
              </a:ext>
            </a:extLst>
          </p:cNvPr>
          <p:cNvSpPr txBox="1"/>
          <p:nvPr/>
        </p:nvSpPr>
        <p:spPr>
          <a:xfrm>
            <a:off x="721734" y="2505457"/>
            <a:ext cx="1210683" cy="200055"/>
          </a:xfrm>
          <a:prstGeom prst="rect">
            <a:avLst/>
          </a:prstGeom>
          <a:noFill/>
        </p:spPr>
        <p:txBody>
          <a:bodyPr wrap="square" rtlCol="0">
            <a:spAutoFit/>
          </a:bodyPr>
          <a:lstStyle/>
          <a:p>
            <a:pPr algn="ctr"/>
            <a:r>
              <a:rPr lang="it-IT" sz="700" b="1" dirty="0" err="1">
                <a:solidFill>
                  <a:schemeClr val="tx1"/>
                </a:solidFill>
                <a:latin typeface="+mn-lt"/>
              </a:rPr>
              <a:t>Noise</a:t>
            </a:r>
            <a:r>
              <a:rPr lang="it-IT" sz="700" b="1" dirty="0">
                <a:solidFill>
                  <a:schemeClr val="tx1"/>
                </a:solidFill>
                <a:latin typeface="+mn-lt"/>
              </a:rPr>
              <a:t> Filtering</a:t>
            </a:r>
          </a:p>
        </p:txBody>
      </p:sp>
      <p:cxnSp>
        <p:nvCxnSpPr>
          <p:cNvPr id="85" name="Connettore diritto 84">
            <a:extLst>
              <a:ext uri="{FF2B5EF4-FFF2-40B4-BE49-F238E27FC236}">
                <a16:creationId xmlns:a16="http://schemas.microsoft.com/office/drawing/2014/main" id="{0EE77943-013B-44BF-AC2F-2FAE79F9CBCF}"/>
              </a:ext>
            </a:extLst>
          </p:cNvPr>
          <p:cNvCxnSpPr>
            <a:cxnSpLocks/>
          </p:cNvCxnSpPr>
          <p:nvPr/>
        </p:nvCxnSpPr>
        <p:spPr>
          <a:xfrm>
            <a:off x="775251" y="2675029"/>
            <a:ext cx="1083817"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86" name="CasellaDiTesto 85">
            <a:extLst>
              <a:ext uri="{FF2B5EF4-FFF2-40B4-BE49-F238E27FC236}">
                <a16:creationId xmlns:a16="http://schemas.microsoft.com/office/drawing/2014/main" id="{5BFE74DB-435C-4050-8D21-FB7EC699FF26}"/>
              </a:ext>
            </a:extLst>
          </p:cNvPr>
          <p:cNvSpPr txBox="1"/>
          <p:nvPr/>
        </p:nvSpPr>
        <p:spPr>
          <a:xfrm>
            <a:off x="686563" y="2680783"/>
            <a:ext cx="1294056" cy="307777"/>
          </a:xfrm>
          <a:prstGeom prst="rect">
            <a:avLst/>
          </a:prstGeom>
          <a:noFill/>
        </p:spPr>
        <p:txBody>
          <a:bodyPr wrap="square" rtlCol="0">
            <a:spAutoFit/>
          </a:bodyPr>
          <a:lstStyle/>
          <a:p>
            <a:pPr algn="ctr"/>
            <a:r>
              <a:rPr lang="it-IT" sz="700" dirty="0" err="1">
                <a:solidFill>
                  <a:schemeClr val="tx1"/>
                </a:solidFill>
                <a:latin typeface="+mn-lt"/>
              </a:rPr>
              <a:t>Distinguish</a:t>
            </a:r>
            <a:r>
              <a:rPr lang="it-IT" sz="700" dirty="0">
                <a:solidFill>
                  <a:schemeClr val="tx1"/>
                </a:solidFill>
                <a:latin typeface="+mn-lt"/>
              </a:rPr>
              <a:t> </a:t>
            </a:r>
            <a:r>
              <a:rPr lang="it-IT" sz="700" dirty="0" err="1">
                <a:solidFill>
                  <a:schemeClr val="tx1"/>
                </a:solidFill>
                <a:latin typeface="+mn-lt"/>
              </a:rPr>
              <a:t>relevant</a:t>
            </a:r>
            <a:r>
              <a:rPr lang="it-IT" sz="700" dirty="0">
                <a:solidFill>
                  <a:schemeClr val="tx1"/>
                </a:solidFill>
                <a:latin typeface="+mn-lt"/>
              </a:rPr>
              <a:t> from </a:t>
            </a:r>
            <a:r>
              <a:rPr lang="it-IT" sz="700" dirty="0" err="1">
                <a:solidFill>
                  <a:schemeClr val="tx1"/>
                </a:solidFill>
                <a:latin typeface="+mn-lt"/>
              </a:rPr>
              <a:t>unrelated</a:t>
            </a:r>
            <a:r>
              <a:rPr lang="it-IT" sz="700" dirty="0">
                <a:solidFill>
                  <a:schemeClr val="tx1"/>
                </a:solidFill>
                <a:latin typeface="+mn-lt"/>
              </a:rPr>
              <a:t> </a:t>
            </a:r>
            <a:r>
              <a:rPr lang="it-IT" sz="700" dirty="0" err="1">
                <a:solidFill>
                  <a:schemeClr val="tx1"/>
                </a:solidFill>
                <a:latin typeface="+mn-lt"/>
              </a:rPr>
              <a:t>informations</a:t>
            </a:r>
            <a:r>
              <a:rPr lang="it-IT" sz="700" dirty="0">
                <a:solidFill>
                  <a:schemeClr val="tx1"/>
                </a:solidFill>
                <a:latin typeface="+mn-lt"/>
              </a:rPr>
              <a:t>.</a:t>
            </a:r>
          </a:p>
        </p:txBody>
      </p:sp>
      <p:sp>
        <p:nvSpPr>
          <p:cNvPr id="87" name="Rettangolo con angoli arrotondati 86">
            <a:extLst>
              <a:ext uri="{FF2B5EF4-FFF2-40B4-BE49-F238E27FC236}">
                <a16:creationId xmlns:a16="http://schemas.microsoft.com/office/drawing/2014/main" id="{072FC586-EAFD-4AE3-8618-F192209F8F36}"/>
              </a:ext>
            </a:extLst>
          </p:cNvPr>
          <p:cNvSpPr/>
          <p:nvPr/>
        </p:nvSpPr>
        <p:spPr>
          <a:xfrm>
            <a:off x="2216131" y="1861759"/>
            <a:ext cx="1428175" cy="544658"/>
          </a:xfrm>
          <a:prstGeom prst="roundRect">
            <a:avLst/>
          </a:prstGeom>
          <a:solidFill>
            <a:schemeClr val="tx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88" name="CasellaDiTesto 87">
            <a:extLst>
              <a:ext uri="{FF2B5EF4-FFF2-40B4-BE49-F238E27FC236}">
                <a16:creationId xmlns:a16="http://schemas.microsoft.com/office/drawing/2014/main" id="{DC20FF97-A7B7-4EF8-8AF2-FA8DBF1E0F44}"/>
              </a:ext>
            </a:extLst>
          </p:cNvPr>
          <p:cNvSpPr txBox="1"/>
          <p:nvPr/>
        </p:nvSpPr>
        <p:spPr>
          <a:xfrm>
            <a:off x="2307877" y="1861759"/>
            <a:ext cx="1210683" cy="200055"/>
          </a:xfrm>
          <a:prstGeom prst="rect">
            <a:avLst/>
          </a:prstGeom>
          <a:noFill/>
        </p:spPr>
        <p:txBody>
          <a:bodyPr wrap="square" rtlCol="0">
            <a:spAutoFit/>
          </a:bodyPr>
          <a:lstStyle/>
          <a:p>
            <a:pPr algn="ctr"/>
            <a:r>
              <a:rPr lang="it-IT" sz="700" b="1" dirty="0" err="1">
                <a:solidFill>
                  <a:schemeClr val="tx1"/>
                </a:solidFill>
                <a:latin typeface="+mn-lt"/>
              </a:rPr>
              <a:t>Anomaly</a:t>
            </a:r>
            <a:r>
              <a:rPr lang="it-IT" sz="700" b="1" dirty="0">
                <a:solidFill>
                  <a:schemeClr val="tx1"/>
                </a:solidFill>
                <a:latin typeface="+mn-lt"/>
              </a:rPr>
              <a:t> </a:t>
            </a:r>
            <a:r>
              <a:rPr lang="it-IT" sz="700" b="1" dirty="0" err="1">
                <a:solidFill>
                  <a:schemeClr val="tx1"/>
                </a:solidFill>
                <a:latin typeface="+mn-lt"/>
              </a:rPr>
              <a:t>Identification</a:t>
            </a:r>
            <a:endParaRPr lang="it-IT" sz="700" b="1" dirty="0">
              <a:solidFill>
                <a:schemeClr val="tx1"/>
              </a:solidFill>
              <a:latin typeface="+mn-lt"/>
            </a:endParaRPr>
          </a:p>
        </p:txBody>
      </p:sp>
      <p:cxnSp>
        <p:nvCxnSpPr>
          <p:cNvPr id="89" name="Connettore diritto 88">
            <a:extLst>
              <a:ext uri="{FF2B5EF4-FFF2-40B4-BE49-F238E27FC236}">
                <a16:creationId xmlns:a16="http://schemas.microsoft.com/office/drawing/2014/main" id="{75795B96-6E08-48C8-979D-4CB3153D833F}"/>
              </a:ext>
            </a:extLst>
          </p:cNvPr>
          <p:cNvCxnSpPr>
            <a:cxnSpLocks/>
          </p:cNvCxnSpPr>
          <p:nvPr/>
        </p:nvCxnSpPr>
        <p:spPr>
          <a:xfrm>
            <a:off x="2361394" y="2028273"/>
            <a:ext cx="1083817"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90" name="CasellaDiTesto 89">
            <a:extLst>
              <a:ext uri="{FF2B5EF4-FFF2-40B4-BE49-F238E27FC236}">
                <a16:creationId xmlns:a16="http://schemas.microsoft.com/office/drawing/2014/main" id="{96596802-512B-4BFA-9FEB-9E462A8CD513}"/>
              </a:ext>
            </a:extLst>
          </p:cNvPr>
          <p:cNvSpPr txBox="1"/>
          <p:nvPr/>
        </p:nvSpPr>
        <p:spPr>
          <a:xfrm>
            <a:off x="2528064" y="2639225"/>
            <a:ext cx="184731" cy="369332"/>
          </a:xfrm>
          <a:prstGeom prst="rect">
            <a:avLst/>
          </a:prstGeom>
          <a:noFill/>
        </p:spPr>
        <p:txBody>
          <a:bodyPr wrap="none" rtlCol="0">
            <a:spAutoFit/>
          </a:bodyPr>
          <a:lstStyle/>
          <a:p>
            <a:endParaRPr lang="it-IT" dirty="0"/>
          </a:p>
        </p:txBody>
      </p:sp>
      <p:sp>
        <p:nvSpPr>
          <p:cNvPr id="91" name="CasellaDiTesto 90">
            <a:extLst>
              <a:ext uri="{FF2B5EF4-FFF2-40B4-BE49-F238E27FC236}">
                <a16:creationId xmlns:a16="http://schemas.microsoft.com/office/drawing/2014/main" id="{6915BEA7-E946-449F-B082-A0F97BFDF43B}"/>
              </a:ext>
            </a:extLst>
          </p:cNvPr>
          <p:cNvSpPr txBox="1"/>
          <p:nvPr/>
        </p:nvSpPr>
        <p:spPr>
          <a:xfrm>
            <a:off x="2272706" y="2034027"/>
            <a:ext cx="1294056" cy="307777"/>
          </a:xfrm>
          <a:prstGeom prst="rect">
            <a:avLst/>
          </a:prstGeom>
          <a:noFill/>
        </p:spPr>
        <p:txBody>
          <a:bodyPr wrap="square" rtlCol="0">
            <a:spAutoFit/>
          </a:bodyPr>
          <a:lstStyle/>
          <a:p>
            <a:pPr algn="ctr"/>
            <a:r>
              <a:rPr lang="it-IT" sz="700" dirty="0" err="1">
                <a:solidFill>
                  <a:schemeClr val="tx1"/>
                </a:solidFill>
                <a:latin typeface="+mn-lt"/>
              </a:rPr>
              <a:t>Identify</a:t>
            </a:r>
            <a:r>
              <a:rPr lang="it-IT" sz="700" dirty="0">
                <a:solidFill>
                  <a:schemeClr val="tx1"/>
                </a:solidFill>
                <a:latin typeface="+mn-lt"/>
              </a:rPr>
              <a:t> and </a:t>
            </a:r>
            <a:r>
              <a:rPr lang="it-IT" sz="700" dirty="0" err="1">
                <a:solidFill>
                  <a:schemeClr val="tx1"/>
                </a:solidFill>
                <a:latin typeface="+mn-lt"/>
              </a:rPr>
              <a:t>characterize</a:t>
            </a:r>
            <a:r>
              <a:rPr lang="it-IT" sz="700" dirty="0">
                <a:solidFill>
                  <a:schemeClr val="tx1"/>
                </a:solidFill>
                <a:latin typeface="+mn-lt"/>
              </a:rPr>
              <a:t> </a:t>
            </a:r>
            <a:r>
              <a:rPr lang="it-IT" sz="700" dirty="0" err="1">
                <a:solidFill>
                  <a:schemeClr val="tx1"/>
                </a:solidFill>
                <a:latin typeface="+mn-lt"/>
              </a:rPr>
              <a:t>operational</a:t>
            </a:r>
            <a:r>
              <a:rPr lang="it-IT" sz="700" dirty="0">
                <a:solidFill>
                  <a:schemeClr val="tx1"/>
                </a:solidFill>
                <a:latin typeface="+mn-lt"/>
              </a:rPr>
              <a:t> </a:t>
            </a:r>
            <a:r>
              <a:rPr lang="it-IT" sz="700" dirty="0" err="1">
                <a:solidFill>
                  <a:schemeClr val="tx1"/>
                </a:solidFill>
                <a:latin typeface="+mn-lt"/>
              </a:rPr>
              <a:t>anomalies</a:t>
            </a:r>
            <a:r>
              <a:rPr lang="it-IT" sz="700" dirty="0">
                <a:solidFill>
                  <a:schemeClr val="tx1"/>
                </a:solidFill>
                <a:latin typeface="+mn-lt"/>
              </a:rPr>
              <a:t>.</a:t>
            </a:r>
          </a:p>
        </p:txBody>
      </p:sp>
      <p:sp>
        <p:nvSpPr>
          <p:cNvPr id="92" name="Rettangolo con angoli arrotondati 91">
            <a:extLst>
              <a:ext uri="{FF2B5EF4-FFF2-40B4-BE49-F238E27FC236}">
                <a16:creationId xmlns:a16="http://schemas.microsoft.com/office/drawing/2014/main" id="{6CB6C9DF-7DC7-4490-84F8-A6289950B53F}"/>
              </a:ext>
            </a:extLst>
          </p:cNvPr>
          <p:cNvSpPr/>
          <p:nvPr/>
        </p:nvSpPr>
        <p:spPr>
          <a:xfrm>
            <a:off x="2216131" y="2505457"/>
            <a:ext cx="1428175" cy="544658"/>
          </a:xfrm>
          <a:prstGeom prst="roundRect">
            <a:avLst/>
          </a:prstGeom>
          <a:solidFill>
            <a:schemeClr val="tx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93" name="CasellaDiTesto 92">
            <a:extLst>
              <a:ext uri="{FF2B5EF4-FFF2-40B4-BE49-F238E27FC236}">
                <a16:creationId xmlns:a16="http://schemas.microsoft.com/office/drawing/2014/main" id="{C80CDDB7-4DCC-4F49-9B46-A1BD87243AD6}"/>
              </a:ext>
            </a:extLst>
          </p:cNvPr>
          <p:cNvSpPr txBox="1"/>
          <p:nvPr/>
        </p:nvSpPr>
        <p:spPr>
          <a:xfrm>
            <a:off x="2307877" y="2502399"/>
            <a:ext cx="1210683" cy="200055"/>
          </a:xfrm>
          <a:prstGeom prst="rect">
            <a:avLst/>
          </a:prstGeom>
          <a:noFill/>
        </p:spPr>
        <p:txBody>
          <a:bodyPr wrap="square" rtlCol="0">
            <a:spAutoFit/>
          </a:bodyPr>
          <a:lstStyle/>
          <a:p>
            <a:pPr algn="ctr"/>
            <a:r>
              <a:rPr lang="it-IT" sz="700" b="1" dirty="0">
                <a:solidFill>
                  <a:schemeClr val="tx1"/>
                </a:solidFill>
                <a:latin typeface="+mn-lt"/>
              </a:rPr>
              <a:t>DSS </a:t>
            </a:r>
            <a:r>
              <a:rPr lang="it-IT" sz="700" b="1" dirty="0" err="1">
                <a:solidFill>
                  <a:schemeClr val="tx1"/>
                </a:solidFill>
                <a:latin typeface="+mn-lt"/>
              </a:rPr>
              <a:t>Role</a:t>
            </a:r>
            <a:r>
              <a:rPr lang="it-IT" sz="700" b="1" dirty="0">
                <a:solidFill>
                  <a:schemeClr val="tx1"/>
                </a:solidFill>
                <a:latin typeface="+mn-lt"/>
              </a:rPr>
              <a:t> </a:t>
            </a:r>
            <a:r>
              <a:rPr lang="it-IT" sz="700" b="1" dirty="0" err="1">
                <a:solidFill>
                  <a:schemeClr val="tx1"/>
                </a:solidFill>
                <a:latin typeface="+mn-lt"/>
              </a:rPr>
              <a:t>Adherence</a:t>
            </a:r>
            <a:endParaRPr lang="it-IT" sz="700" b="1" dirty="0">
              <a:solidFill>
                <a:schemeClr val="tx1"/>
              </a:solidFill>
              <a:latin typeface="+mn-lt"/>
            </a:endParaRPr>
          </a:p>
        </p:txBody>
      </p:sp>
      <p:cxnSp>
        <p:nvCxnSpPr>
          <p:cNvPr id="94" name="Connettore diritto 93">
            <a:extLst>
              <a:ext uri="{FF2B5EF4-FFF2-40B4-BE49-F238E27FC236}">
                <a16:creationId xmlns:a16="http://schemas.microsoft.com/office/drawing/2014/main" id="{9B429E92-C849-45E8-AFDD-66EDB46401D3}"/>
              </a:ext>
            </a:extLst>
          </p:cNvPr>
          <p:cNvCxnSpPr>
            <a:cxnSpLocks/>
          </p:cNvCxnSpPr>
          <p:nvPr/>
        </p:nvCxnSpPr>
        <p:spPr>
          <a:xfrm>
            <a:off x="2361394" y="2671971"/>
            <a:ext cx="1083817"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95" name="CasellaDiTesto 94">
            <a:extLst>
              <a:ext uri="{FF2B5EF4-FFF2-40B4-BE49-F238E27FC236}">
                <a16:creationId xmlns:a16="http://schemas.microsoft.com/office/drawing/2014/main" id="{AC4294C1-CCE2-4DA4-A7AA-1AF7187374D8}"/>
              </a:ext>
            </a:extLst>
          </p:cNvPr>
          <p:cNvSpPr txBox="1"/>
          <p:nvPr/>
        </p:nvSpPr>
        <p:spPr>
          <a:xfrm>
            <a:off x="2272706" y="2663255"/>
            <a:ext cx="1294056" cy="415498"/>
          </a:xfrm>
          <a:prstGeom prst="rect">
            <a:avLst/>
          </a:prstGeom>
          <a:noFill/>
        </p:spPr>
        <p:txBody>
          <a:bodyPr wrap="square" rtlCol="0">
            <a:spAutoFit/>
          </a:bodyPr>
          <a:lstStyle/>
          <a:p>
            <a:pPr algn="ctr"/>
            <a:r>
              <a:rPr lang="it-IT" sz="700" dirty="0" err="1">
                <a:solidFill>
                  <a:schemeClr val="tx1"/>
                </a:solidFill>
                <a:latin typeface="+mn-lt"/>
              </a:rPr>
              <a:t>Correct</a:t>
            </a:r>
            <a:r>
              <a:rPr lang="it-IT" sz="700" dirty="0">
                <a:solidFill>
                  <a:schemeClr val="tx1"/>
                </a:solidFill>
                <a:latin typeface="+mn-lt"/>
              </a:rPr>
              <a:t> </a:t>
            </a:r>
            <a:r>
              <a:rPr lang="it-IT" sz="700" dirty="0" err="1">
                <a:solidFill>
                  <a:schemeClr val="tx1"/>
                </a:solidFill>
                <a:latin typeface="+mn-lt"/>
              </a:rPr>
              <a:t>answer</a:t>
            </a:r>
            <a:r>
              <a:rPr lang="it-IT" sz="700" dirty="0">
                <a:solidFill>
                  <a:schemeClr val="tx1"/>
                </a:solidFill>
                <a:latin typeface="+mn-lt"/>
              </a:rPr>
              <a:t> </a:t>
            </a:r>
            <a:r>
              <a:rPr lang="it-IT" sz="700" dirty="0" err="1">
                <a:solidFill>
                  <a:schemeClr val="tx1"/>
                </a:solidFill>
                <a:latin typeface="+mn-lt"/>
              </a:rPr>
              <a:t>behaviour</a:t>
            </a:r>
            <a:r>
              <a:rPr lang="it-IT" sz="700" dirty="0">
                <a:solidFill>
                  <a:schemeClr val="tx1"/>
                </a:solidFill>
                <a:latin typeface="+mn-lt"/>
              </a:rPr>
              <a:t> (</a:t>
            </a:r>
            <a:r>
              <a:rPr lang="it-IT" sz="700" dirty="0" err="1">
                <a:solidFill>
                  <a:schemeClr val="tx1"/>
                </a:solidFill>
                <a:latin typeface="+mn-lt"/>
              </a:rPr>
              <a:t>evidence-based</a:t>
            </a:r>
            <a:r>
              <a:rPr lang="it-IT" sz="700" dirty="0">
                <a:solidFill>
                  <a:schemeClr val="tx1"/>
                </a:solidFill>
                <a:latin typeface="+mn-lt"/>
              </a:rPr>
              <a:t> </a:t>
            </a:r>
            <a:r>
              <a:rPr lang="it-IT" sz="700" dirty="0" err="1">
                <a:solidFill>
                  <a:schemeClr val="tx1"/>
                </a:solidFill>
                <a:latin typeface="+mn-lt"/>
              </a:rPr>
              <a:t>situational</a:t>
            </a:r>
            <a:r>
              <a:rPr lang="it-IT" sz="700" dirty="0">
                <a:solidFill>
                  <a:schemeClr val="tx1"/>
                </a:solidFill>
                <a:latin typeface="+mn-lt"/>
              </a:rPr>
              <a:t> </a:t>
            </a:r>
            <a:r>
              <a:rPr lang="it-IT" sz="700" dirty="0" err="1">
                <a:solidFill>
                  <a:schemeClr val="tx1"/>
                </a:solidFill>
                <a:latin typeface="+mn-lt"/>
              </a:rPr>
              <a:t>awareness</a:t>
            </a:r>
            <a:r>
              <a:rPr lang="it-IT" sz="700" dirty="0">
                <a:solidFill>
                  <a:schemeClr val="tx1"/>
                </a:solidFill>
                <a:latin typeface="+mn-lt"/>
              </a:rPr>
              <a:t> </a:t>
            </a:r>
            <a:r>
              <a:rPr lang="it-IT" sz="700" dirty="0" err="1">
                <a:solidFill>
                  <a:schemeClr val="tx1"/>
                </a:solidFill>
                <a:latin typeface="+mn-lt"/>
              </a:rPr>
              <a:t>etc</a:t>
            </a:r>
            <a:r>
              <a:rPr lang="it-IT" sz="700" dirty="0">
                <a:solidFill>
                  <a:schemeClr val="tx1"/>
                </a:solidFill>
                <a:latin typeface="+mn-lt"/>
              </a:rPr>
              <a:t>…).</a:t>
            </a:r>
          </a:p>
        </p:txBody>
      </p:sp>
      <p:sp>
        <p:nvSpPr>
          <p:cNvPr id="96" name="Rettangolo con angoli arrotondati 95">
            <a:extLst>
              <a:ext uri="{FF2B5EF4-FFF2-40B4-BE49-F238E27FC236}">
                <a16:creationId xmlns:a16="http://schemas.microsoft.com/office/drawing/2014/main" id="{0EAD771C-5DF3-4F92-9588-4C1163A6B232}"/>
              </a:ext>
            </a:extLst>
          </p:cNvPr>
          <p:cNvSpPr/>
          <p:nvPr/>
        </p:nvSpPr>
        <p:spPr>
          <a:xfrm>
            <a:off x="3793625" y="1855643"/>
            <a:ext cx="1428175" cy="544658"/>
          </a:xfrm>
          <a:prstGeom prst="roundRect">
            <a:avLst/>
          </a:prstGeom>
          <a:solidFill>
            <a:schemeClr val="tx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97" name="CasellaDiTesto 96">
            <a:extLst>
              <a:ext uri="{FF2B5EF4-FFF2-40B4-BE49-F238E27FC236}">
                <a16:creationId xmlns:a16="http://schemas.microsoft.com/office/drawing/2014/main" id="{D35E2260-7DC8-4759-BB23-5A6F0414728E}"/>
              </a:ext>
            </a:extLst>
          </p:cNvPr>
          <p:cNvSpPr txBox="1"/>
          <p:nvPr/>
        </p:nvSpPr>
        <p:spPr>
          <a:xfrm>
            <a:off x="3876197" y="1852585"/>
            <a:ext cx="1210683" cy="200055"/>
          </a:xfrm>
          <a:prstGeom prst="rect">
            <a:avLst/>
          </a:prstGeom>
          <a:noFill/>
        </p:spPr>
        <p:txBody>
          <a:bodyPr wrap="square" rtlCol="0">
            <a:spAutoFit/>
          </a:bodyPr>
          <a:lstStyle/>
          <a:p>
            <a:pPr algn="ctr"/>
            <a:r>
              <a:rPr lang="it-IT" sz="700" b="1" dirty="0" err="1">
                <a:solidFill>
                  <a:schemeClr val="tx1"/>
                </a:solidFill>
                <a:latin typeface="+mn-lt"/>
              </a:rPr>
              <a:t>Evidence</a:t>
            </a:r>
            <a:r>
              <a:rPr lang="it-IT" sz="700" b="1" dirty="0">
                <a:solidFill>
                  <a:schemeClr val="tx1"/>
                </a:solidFill>
                <a:latin typeface="+mn-lt"/>
              </a:rPr>
              <a:t> </a:t>
            </a:r>
            <a:r>
              <a:rPr lang="it-IT" sz="700" b="1" dirty="0" err="1">
                <a:solidFill>
                  <a:schemeClr val="tx1"/>
                </a:solidFill>
                <a:latin typeface="+mn-lt"/>
              </a:rPr>
              <a:t>Correlation</a:t>
            </a:r>
            <a:endParaRPr lang="it-IT" sz="700" b="1" dirty="0">
              <a:solidFill>
                <a:schemeClr val="tx1"/>
              </a:solidFill>
              <a:latin typeface="+mn-lt"/>
            </a:endParaRPr>
          </a:p>
        </p:txBody>
      </p:sp>
      <p:cxnSp>
        <p:nvCxnSpPr>
          <p:cNvPr id="98" name="Connettore diritto 97">
            <a:extLst>
              <a:ext uri="{FF2B5EF4-FFF2-40B4-BE49-F238E27FC236}">
                <a16:creationId xmlns:a16="http://schemas.microsoft.com/office/drawing/2014/main" id="{F6DDBE32-251F-4F4B-ADAD-964E90C51276}"/>
              </a:ext>
            </a:extLst>
          </p:cNvPr>
          <p:cNvCxnSpPr>
            <a:cxnSpLocks/>
          </p:cNvCxnSpPr>
          <p:nvPr/>
        </p:nvCxnSpPr>
        <p:spPr>
          <a:xfrm>
            <a:off x="3929714" y="2022157"/>
            <a:ext cx="1083817"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99" name="CasellaDiTesto 98">
            <a:extLst>
              <a:ext uri="{FF2B5EF4-FFF2-40B4-BE49-F238E27FC236}">
                <a16:creationId xmlns:a16="http://schemas.microsoft.com/office/drawing/2014/main" id="{DCD7B5EE-04D4-4451-835B-A17DEB312CB5}"/>
              </a:ext>
            </a:extLst>
          </p:cNvPr>
          <p:cNvSpPr txBox="1"/>
          <p:nvPr/>
        </p:nvSpPr>
        <p:spPr>
          <a:xfrm>
            <a:off x="4096384" y="2633109"/>
            <a:ext cx="184731" cy="369332"/>
          </a:xfrm>
          <a:prstGeom prst="rect">
            <a:avLst/>
          </a:prstGeom>
          <a:noFill/>
        </p:spPr>
        <p:txBody>
          <a:bodyPr wrap="none" rtlCol="0">
            <a:spAutoFit/>
          </a:bodyPr>
          <a:lstStyle/>
          <a:p>
            <a:endParaRPr lang="it-IT" dirty="0"/>
          </a:p>
        </p:txBody>
      </p:sp>
      <p:sp>
        <p:nvSpPr>
          <p:cNvPr id="100" name="CasellaDiTesto 99">
            <a:extLst>
              <a:ext uri="{FF2B5EF4-FFF2-40B4-BE49-F238E27FC236}">
                <a16:creationId xmlns:a16="http://schemas.microsoft.com/office/drawing/2014/main" id="{F86ACA88-167F-46B2-98B0-7E6DD1A4010A}"/>
              </a:ext>
            </a:extLst>
          </p:cNvPr>
          <p:cNvSpPr txBox="1"/>
          <p:nvPr/>
        </p:nvSpPr>
        <p:spPr>
          <a:xfrm>
            <a:off x="3841026" y="2007817"/>
            <a:ext cx="1294056" cy="415498"/>
          </a:xfrm>
          <a:prstGeom prst="rect">
            <a:avLst/>
          </a:prstGeom>
          <a:noFill/>
        </p:spPr>
        <p:txBody>
          <a:bodyPr wrap="square" rtlCol="0">
            <a:spAutoFit/>
          </a:bodyPr>
          <a:lstStyle/>
          <a:p>
            <a:pPr algn="ctr"/>
            <a:r>
              <a:rPr lang="it-IT" sz="700" dirty="0" err="1">
                <a:solidFill>
                  <a:schemeClr val="tx1"/>
                </a:solidFill>
                <a:latin typeface="+mn-lt"/>
              </a:rPr>
              <a:t>Establish</a:t>
            </a:r>
            <a:r>
              <a:rPr lang="it-IT" sz="700" dirty="0">
                <a:solidFill>
                  <a:schemeClr val="tx1"/>
                </a:solidFill>
                <a:latin typeface="+mn-lt"/>
              </a:rPr>
              <a:t> </a:t>
            </a:r>
            <a:r>
              <a:rPr lang="it-IT" sz="700" dirty="0" err="1">
                <a:solidFill>
                  <a:schemeClr val="tx1"/>
                </a:solidFill>
                <a:latin typeface="+mn-lt"/>
              </a:rPr>
              <a:t>correct</a:t>
            </a:r>
            <a:r>
              <a:rPr lang="it-IT" sz="700" dirty="0">
                <a:solidFill>
                  <a:schemeClr val="tx1"/>
                </a:solidFill>
                <a:latin typeface="+mn-lt"/>
              </a:rPr>
              <a:t> </a:t>
            </a:r>
            <a:r>
              <a:rPr lang="it-IT" sz="700" dirty="0" err="1">
                <a:solidFill>
                  <a:schemeClr val="tx1"/>
                </a:solidFill>
                <a:latin typeface="+mn-lt"/>
              </a:rPr>
              <a:t>correlations</a:t>
            </a:r>
            <a:r>
              <a:rPr lang="it-IT" sz="700" dirty="0">
                <a:solidFill>
                  <a:schemeClr val="tx1"/>
                </a:solidFill>
                <a:latin typeface="+mn-lt"/>
              </a:rPr>
              <a:t> </a:t>
            </a:r>
            <a:r>
              <a:rPr lang="it-IT" sz="700" dirty="0" err="1">
                <a:solidFill>
                  <a:schemeClr val="tx1"/>
                </a:solidFill>
                <a:latin typeface="+mn-lt"/>
              </a:rPr>
              <a:t>between</a:t>
            </a:r>
            <a:r>
              <a:rPr lang="it-IT" sz="700" dirty="0">
                <a:solidFill>
                  <a:schemeClr val="tx1"/>
                </a:solidFill>
                <a:latin typeface="+mn-lt"/>
              </a:rPr>
              <a:t> </a:t>
            </a:r>
            <a:r>
              <a:rPr lang="it-IT" sz="700" dirty="0" err="1">
                <a:solidFill>
                  <a:schemeClr val="tx1"/>
                </a:solidFill>
                <a:latin typeface="+mn-lt"/>
              </a:rPr>
              <a:t>evidences</a:t>
            </a:r>
            <a:r>
              <a:rPr lang="it-IT" sz="700" dirty="0">
                <a:solidFill>
                  <a:schemeClr val="tx1"/>
                </a:solidFill>
                <a:latin typeface="+mn-lt"/>
              </a:rPr>
              <a:t> from </a:t>
            </a:r>
            <a:r>
              <a:rPr lang="it-IT" sz="700" dirty="0" err="1">
                <a:solidFill>
                  <a:schemeClr val="tx1"/>
                </a:solidFill>
                <a:latin typeface="+mn-lt"/>
              </a:rPr>
              <a:t>different</a:t>
            </a:r>
            <a:r>
              <a:rPr lang="it-IT" sz="700" dirty="0">
                <a:solidFill>
                  <a:schemeClr val="tx1"/>
                </a:solidFill>
                <a:latin typeface="+mn-lt"/>
              </a:rPr>
              <a:t> sources.</a:t>
            </a:r>
          </a:p>
        </p:txBody>
      </p:sp>
      <p:sp>
        <p:nvSpPr>
          <p:cNvPr id="101" name="Rettangolo con angoli arrotondati 100">
            <a:extLst>
              <a:ext uri="{FF2B5EF4-FFF2-40B4-BE49-F238E27FC236}">
                <a16:creationId xmlns:a16="http://schemas.microsoft.com/office/drawing/2014/main" id="{2BB75DFB-8713-4976-91D4-84CE045BEE0D}"/>
              </a:ext>
            </a:extLst>
          </p:cNvPr>
          <p:cNvSpPr/>
          <p:nvPr/>
        </p:nvSpPr>
        <p:spPr>
          <a:xfrm>
            <a:off x="3793625" y="2499341"/>
            <a:ext cx="1428175" cy="544658"/>
          </a:xfrm>
          <a:prstGeom prst="roundRect">
            <a:avLst/>
          </a:prstGeom>
          <a:solidFill>
            <a:schemeClr val="tx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102" name="CasellaDiTesto 101">
            <a:extLst>
              <a:ext uri="{FF2B5EF4-FFF2-40B4-BE49-F238E27FC236}">
                <a16:creationId xmlns:a16="http://schemas.microsoft.com/office/drawing/2014/main" id="{0D884F86-2BCD-46E3-B224-E7ED52DF2B4C}"/>
              </a:ext>
            </a:extLst>
          </p:cNvPr>
          <p:cNvSpPr txBox="1"/>
          <p:nvPr/>
        </p:nvSpPr>
        <p:spPr>
          <a:xfrm>
            <a:off x="3876197" y="2496283"/>
            <a:ext cx="1210683" cy="200055"/>
          </a:xfrm>
          <a:prstGeom prst="rect">
            <a:avLst/>
          </a:prstGeom>
          <a:noFill/>
        </p:spPr>
        <p:txBody>
          <a:bodyPr wrap="square" rtlCol="0">
            <a:spAutoFit/>
          </a:bodyPr>
          <a:lstStyle/>
          <a:p>
            <a:pPr algn="ctr"/>
            <a:r>
              <a:rPr lang="it-IT" sz="700" b="1" dirty="0">
                <a:solidFill>
                  <a:schemeClr val="tx1"/>
                </a:solidFill>
                <a:latin typeface="+mn-lt"/>
              </a:rPr>
              <a:t>Op. </a:t>
            </a:r>
            <a:r>
              <a:rPr lang="it-IT" sz="700" b="1" dirty="0" err="1">
                <a:solidFill>
                  <a:schemeClr val="tx1"/>
                </a:solidFill>
                <a:latin typeface="+mn-lt"/>
              </a:rPr>
              <a:t>Reccom</a:t>
            </a:r>
            <a:r>
              <a:rPr lang="it-IT" sz="700" b="1" dirty="0">
                <a:solidFill>
                  <a:schemeClr val="tx1"/>
                </a:solidFill>
                <a:latin typeface="+mn-lt"/>
              </a:rPr>
              <a:t>. Quality</a:t>
            </a:r>
          </a:p>
        </p:txBody>
      </p:sp>
      <p:cxnSp>
        <p:nvCxnSpPr>
          <p:cNvPr id="103" name="Connettore diritto 102">
            <a:extLst>
              <a:ext uri="{FF2B5EF4-FFF2-40B4-BE49-F238E27FC236}">
                <a16:creationId xmlns:a16="http://schemas.microsoft.com/office/drawing/2014/main" id="{7D7172F8-5A8E-407E-869A-F27C11AB8E35}"/>
              </a:ext>
            </a:extLst>
          </p:cNvPr>
          <p:cNvCxnSpPr>
            <a:cxnSpLocks/>
          </p:cNvCxnSpPr>
          <p:nvPr/>
        </p:nvCxnSpPr>
        <p:spPr>
          <a:xfrm>
            <a:off x="3929714" y="2665855"/>
            <a:ext cx="1083817"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104" name="CasellaDiTesto 103">
            <a:extLst>
              <a:ext uri="{FF2B5EF4-FFF2-40B4-BE49-F238E27FC236}">
                <a16:creationId xmlns:a16="http://schemas.microsoft.com/office/drawing/2014/main" id="{29C2C4ED-1F1E-489F-B853-4863F42671DD}"/>
              </a:ext>
            </a:extLst>
          </p:cNvPr>
          <p:cNvSpPr txBox="1"/>
          <p:nvPr/>
        </p:nvSpPr>
        <p:spPr>
          <a:xfrm>
            <a:off x="3841026" y="2671609"/>
            <a:ext cx="1294056" cy="307777"/>
          </a:xfrm>
          <a:prstGeom prst="rect">
            <a:avLst/>
          </a:prstGeom>
          <a:noFill/>
        </p:spPr>
        <p:txBody>
          <a:bodyPr wrap="square" rtlCol="0">
            <a:spAutoFit/>
          </a:bodyPr>
          <a:lstStyle/>
          <a:p>
            <a:pPr algn="ctr"/>
            <a:r>
              <a:rPr lang="it-IT" sz="700" dirty="0">
                <a:solidFill>
                  <a:schemeClr val="tx1"/>
                </a:solidFill>
                <a:latin typeface="+mn-lt"/>
              </a:rPr>
              <a:t>Quality of </a:t>
            </a:r>
            <a:r>
              <a:rPr lang="it-IT" sz="700" dirty="0" err="1">
                <a:solidFill>
                  <a:schemeClr val="tx1"/>
                </a:solidFill>
                <a:latin typeface="+mn-lt"/>
              </a:rPr>
              <a:t>reccomendations</a:t>
            </a:r>
            <a:r>
              <a:rPr lang="it-IT" sz="700" dirty="0">
                <a:solidFill>
                  <a:schemeClr val="tx1"/>
                </a:solidFill>
                <a:latin typeface="+mn-lt"/>
              </a:rPr>
              <a:t> </a:t>
            </a:r>
            <a:r>
              <a:rPr lang="it-IT" sz="700" dirty="0" err="1">
                <a:solidFill>
                  <a:schemeClr val="tx1"/>
                </a:solidFill>
                <a:latin typeface="+mn-lt"/>
              </a:rPr>
              <a:t>when</a:t>
            </a:r>
            <a:r>
              <a:rPr lang="it-IT" sz="700" dirty="0">
                <a:solidFill>
                  <a:schemeClr val="tx1"/>
                </a:solidFill>
                <a:latin typeface="+mn-lt"/>
              </a:rPr>
              <a:t> actions are </a:t>
            </a:r>
            <a:r>
              <a:rPr lang="it-IT" sz="700" dirty="0" err="1">
                <a:solidFill>
                  <a:schemeClr val="tx1"/>
                </a:solidFill>
                <a:latin typeface="+mn-lt"/>
              </a:rPr>
              <a:t>required</a:t>
            </a:r>
            <a:r>
              <a:rPr lang="it-IT" sz="700" dirty="0">
                <a:solidFill>
                  <a:schemeClr val="tx1"/>
                </a:solidFill>
                <a:latin typeface="+mn-lt"/>
              </a:rPr>
              <a:t>.</a:t>
            </a:r>
          </a:p>
        </p:txBody>
      </p:sp>
      <p:cxnSp>
        <p:nvCxnSpPr>
          <p:cNvPr id="108" name="Connettore diritto 107">
            <a:extLst>
              <a:ext uri="{FF2B5EF4-FFF2-40B4-BE49-F238E27FC236}">
                <a16:creationId xmlns:a16="http://schemas.microsoft.com/office/drawing/2014/main" id="{27E7043A-8846-47D9-98A3-CC89558BC033}"/>
              </a:ext>
            </a:extLst>
          </p:cNvPr>
          <p:cNvCxnSpPr>
            <a:cxnSpLocks/>
            <a:stCxn id="2" idx="0"/>
          </p:cNvCxnSpPr>
          <p:nvPr/>
        </p:nvCxnSpPr>
        <p:spPr>
          <a:xfrm flipV="1">
            <a:off x="1351900" y="781438"/>
            <a:ext cx="0" cy="222304"/>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cxnSp>
        <p:nvCxnSpPr>
          <p:cNvPr id="110" name="Connettore diritto 109">
            <a:extLst>
              <a:ext uri="{FF2B5EF4-FFF2-40B4-BE49-F238E27FC236}">
                <a16:creationId xmlns:a16="http://schemas.microsoft.com/office/drawing/2014/main" id="{4D07D7EF-1393-4DEE-8DB0-78AD379A4E2B}"/>
              </a:ext>
            </a:extLst>
          </p:cNvPr>
          <p:cNvCxnSpPr>
            <a:cxnSpLocks/>
            <a:stCxn id="55" idx="1"/>
          </p:cNvCxnSpPr>
          <p:nvPr/>
        </p:nvCxnSpPr>
        <p:spPr>
          <a:xfrm flipH="1" flipV="1">
            <a:off x="1351900" y="781436"/>
            <a:ext cx="934642" cy="2"/>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cxnSp>
        <p:nvCxnSpPr>
          <p:cNvPr id="119" name="Connettore diritto 118">
            <a:extLst>
              <a:ext uri="{FF2B5EF4-FFF2-40B4-BE49-F238E27FC236}">
                <a16:creationId xmlns:a16="http://schemas.microsoft.com/office/drawing/2014/main" id="{603DF251-EC1B-4362-AB07-64B00F1D5C4C}"/>
              </a:ext>
            </a:extLst>
          </p:cNvPr>
          <p:cNvCxnSpPr>
            <a:cxnSpLocks/>
          </p:cNvCxnSpPr>
          <p:nvPr/>
        </p:nvCxnSpPr>
        <p:spPr>
          <a:xfrm flipV="1">
            <a:off x="4483248" y="781435"/>
            <a:ext cx="0" cy="222304"/>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cxnSp>
        <p:nvCxnSpPr>
          <p:cNvPr id="120" name="Connettore diritto 119">
            <a:extLst>
              <a:ext uri="{FF2B5EF4-FFF2-40B4-BE49-F238E27FC236}">
                <a16:creationId xmlns:a16="http://schemas.microsoft.com/office/drawing/2014/main" id="{17A1E367-37E0-48B1-A6D9-025FA1066726}"/>
              </a:ext>
            </a:extLst>
          </p:cNvPr>
          <p:cNvCxnSpPr>
            <a:cxnSpLocks/>
          </p:cNvCxnSpPr>
          <p:nvPr/>
        </p:nvCxnSpPr>
        <p:spPr>
          <a:xfrm flipH="1" flipV="1">
            <a:off x="3546009" y="780751"/>
            <a:ext cx="934642" cy="2"/>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99469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C390-9BA3-E69B-8A70-ED8DAC5F1D5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ADCF6A5-D5F0-4C52-9946-15614F8EC600}"/>
              </a:ext>
            </a:extLst>
          </p:cNvPr>
          <p:cNvSpPr txBox="1"/>
          <p:nvPr/>
        </p:nvSpPr>
        <p:spPr>
          <a:xfrm>
            <a:off x="994577" y="184503"/>
            <a:ext cx="43796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400" b="1" dirty="0">
                <a:solidFill>
                  <a:schemeClr val="accent2">
                    <a:lumMod val="76000"/>
                  </a:schemeClr>
                </a:solidFill>
              </a:rPr>
              <a:t>Evaluation Methodology – Scoring Instructions</a:t>
            </a:r>
          </a:p>
        </p:txBody>
      </p:sp>
      <p:sp>
        <p:nvSpPr>
          <p:cNvPr id="68" name="CasellaDiTesto 67">
            <a:extLst>
              <a:ext uri="{FF2B5EF4-FFF2-40B4-BE49-F238E27FC236}">
                <a16:creationId xmlns:a16="http://schemas.microsoft.com/office/drawing/2014/main" id="{26318903-2C4B-40B2-9351-66AC7100130B}"/>
              </a:ext>
            </a:extLst>
          </p:cNvPr>
          <p:cNvSpPr txBox="1"/>
          <p:nvPr/>
        </p:nvSpPr>
        <p:spPr>
          <a:xfrm>
            <a:off x="1165873" y="893048"/>
            <a:ext cx="181024" cy="362866"/>
          </a:xfrm>
          <a:prstGeom prst="rect">
            <a:avLst/>
          </a:prstGeom>
          <a:noFill/>
        </p:spPr>
        <p:txBody>
          <a:bodyPr wrap="square" rtlCol="0">
            <a:spAutoFit/>
          </a:bodyPr>
          <a:lstStyle/>
          <a:p>
            <a:endParaRPr lang="it-IT" dirty="0"/>
          </a:p>
        </p:txBody>
      </p:sp>
      <p:sp>
        <p:nvSpPr>
          <p:cNvPr id="83" name="Rettangolo con angoli arrotondati 82">
            <a:extLst>
              <a:ext uri="{FF2B5EF4-FFF2-40B4-BE49-F238E27FC236}">
                <a16:creationId xmlns:a16="http://schemas.microsoft.com/office/drawing/2014/main" id="{8A946CEA-E729-4E76-B6F0-A07B380B0C9E}"/>
              </a:ext>
            </a:extLst>
          </p:cNvPr>
          <p:cNvSpPr/>
          <p:nvPr/>
        </p:nvSpPr>
        <p:spPr>
          <a:xfrm>
            <a:off x="858179" y="756223"/>
            <a:ext cx="1428175" cy="1603428"/>
          </a:xfrm>
          <a:prstGeom prst="roundRect">
            <a:avLst/>
          </a:prstGeom>
          <a:solidFill>
            <a:schemeClr val="accent2">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84" name="CasellaDiTesto 83">
            <a:extLst>
              <a:ext uri="{FF2B5EF4-FFF2-40B4-BE49-F238E27FC236}">
                <a16:creationId xmlns:a16="http://schemas.microsoft.com/office/drawing/2014/main" id="{EE9535BC-EBB7-4184-A259-108C8D642793}"/>
              </a:ext>
            </a:extLst>
          </p:cNvPr>
          <p:cNvSpPr txBox="1"/>
          <p:nvPr/>
        </p:nvSpPr>
        <p:spPr>
          <a:xfrm>
            <a:off x="945685" y="756222"/>
            <a:ext cx="1186389" cy="200055"/>
          </a:xfrm>
          <a:prstGeom prst="rect">
            <a:avLst/>
          </a:prstGeom>
          <a:noFill/>
        </p:spPr>
        <p:txBody>
          <a:bodyPr wrap="square" rtlCol="0">
            <a:spAutoFit/>
          </a:bodyPr>
          <a:lstStyle/>
          <a:p>
            <a:pPr algn="ctr"/>
            <a:r>
              <a:rPr lang="en-US" sz="700" b="1" dirty="0"/>
              <a:t>Score 0 - Incorrect</a:t>
            </a:r>
            <a:endParaRPr lang="it-IT" sz="700" b="1" dirty="0">
              <a:solidFill>
                <a:schemeClr val="tx1"/>
              </a:solidFill>
              <a:latin typeface="+mn-lt"/>
            </a:endParaRPr>
          </a:p>
        </p:txBody>
      </p:sp>
      <p:cxnSp>
        <p:nvCxnSpPr>
          <p:cNvPr id="85" name="Connettore diritto 84">
            <a:extLst>
              <a:ext uri="{FF2B5EF4-FFF2-40B4-BE49-F238E27FC236}">
                <a16:creationId xmlns:a16="http://schemas.microsoft.com/office/drawing/2014/main" id="{0EE77943-013B-44BF-AC2F-2FAE79F9CBCF}"/>
              </a:ext>
            </a:extLst>
          </p:cNvPr>
          <p:cNvCxnSpPr>
            <a:cxnSpLocks/>
          </p:cNvCxnSpPr>
          <p:nvPr/>
        </p:nvCxnSpPr>
        <p:spPr>
          <a:xfrm>
            <a:off x="999202" y="925794"/>
            <a:ext cx="1062069"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86" name="CasellaDiTesto 85">
            <a:extLst>
              <a:ext uri="{FF2B5EF4-FFF2-40B4-BE49-F238E27FC236}">
                <a16:creationId xmlns:a16="http://schemas.microsoft.com/office/drawing/2014/main" id="{5BFE74DB-435C-4050-8D21-FB7EC699FF26}"/>
              </a:ext>
            </a:extLst>
          </p:cNvPr>
          <p:cNvSpPr txBox="1"/>
          <p:nvPr/>
        </p:nvSpPr>
        <p:spPr>
          <a:xfrm>
            <a:off x="910513" y="931548"/>
            <a:ext cx="1323529" cy="1384995"/>
          </a:xfrm>
          <a:prstGeom prst="rect">
            <a:avLst/>
          </a:prstGeom>
          <a:noFill/>
        </p:spPr>
        <p:txBody>
          <a:bodyPr wrap="square" rtlCol="0">
            <a:spAutoFit/>
          </a:bodyPr>
          <a:lstStyle/>
          <a:p>
            <a:r>
              <a:rPr lang="en-US" sz="700" dirty="0"/>
              <a:t>Assigned for </a:t>
            </a:r>
            <a:r>
              <a:rPr lang="en-US" sz="700" b="1" dirty="0"/>
              <a:t>material</a:t>
            </a:r>
            <a:r>
              <a:rPr lang="en-US" sz="700" dirty="0"/>
              <a:t>, </a:t>
            </a:r>
            <a:r>
              <a:rPr lang="en-US" sz="700" b="1" dirty="0"/>
              <a:t>factual</a:t>
            </a:r>
            <a:r>
              <a:rPr lang="en-US" sz="700" dirty="0"/>
              <a:t> or </a:t>
            </a:r>
            <a:r>
              <a:rPr lang="en-US" sz="700" b="1" dirty="0"/>
              <a:t>operational</a:t>
            </a:r>
            <a:r>
              <a:rPr lang="en-US" sz="700" dirty="0"/>
              <a:t> </a:t>
            </a:r>
            <a:r>
              <a:rPr lang="en-US" sz="700" b="1" dirty="0"/>
              <a:t>errors</a:t>
            </a:r>
            <a:r>
              <a:rPr lang="en-US" sz="700" dirty="0"/>
              <a:t> affecting the criterion (e.g., false statements, operational contradictions, incorrect correlations, or incompatible recommendations).</a:t>
            </a:r>
          </a:p>
          <a:p>
            <a:r>
              <a:rPr lang="en-US" sz="700" dirty="0"/>
              <a:t>Minor imprecisions or isolated omissions were not sufficient to warrant a score of 0.</a:t>
            </a:r>
            <a:endParaRPr lang="en-US" sz="700" dirty="0">
              <a:latin typeface="+mn-lt"/>
            </a:endParaRPr>
          </a:p>
        </p:txBody>
      </p:sp>
      <p:sp>
        <p:nvSpPr>
          <p:cNvPr id="41" name="CasellaDiTesto 40">
            <a:extLst>
              <a:ext uri="{FF2B5EF4-FFF2-40B4-BE49-F238E27FC236}">
                <a16:creationId xmlns:a16="http://schemas.microsoft.com/office/drawing/2014/main" id="{3991A80E-8853-42B3-AC9B-DAAF8FD710A3}"/>
              </a:ext>
            </a:extLst>
          </p:cNvPr>
          <p:cNvSpPr txBox="1"/>
          <p:nvPr/>
        </p:nvSpPr>
        <p:spPr>
          <a:xfrm>
            <a:off x="2736691" y="893048"/>
            <a:ext cx="181024" cy="362866"/>
          </a:xfrm>
          <a:prstGeom prst="rect">
            <a:avLst/>
          </a:prstGeom>
          <a:noFill/>
        </p:spPr>
        <p:txBody>
          <a:bodyPr wrap="square" rtlCol="0">
            <a:spAutoFit/>
          </a:bodyPr>
          <a:lstStyle/>
          <a:p>
            <a:endParaRPr lang="it-IT" dirty="0"/>
          </a:p>
        </p:txBody>
      </p:sp>
      <p:sp>
        <p:nvSpPr>
          <p:cNvPr id="42" name="Rettangolo con angoli arrotondati 41">
            <a:extLst>
              <a:ext uri="{FF2B5EF4-FFF2-40B4-BE49-F238E27FC236}">
                <a16:creationId xmlns:a16="http://schemas.microsoft.com/office/drawing/2014/main" id="{C6399080-FEA1-44EF-8580-A83B743D1E87}"/>
              </a:ext>
            </a:extLst>
          </p:cNvPr>
          <p:cNvSpPr/>
          <p:nvPr/>
        </p:nvSpPr>
        <p:spPr>
          <a:xfrm>
            <a:off x="2424757" y="759279"/>
            <a:ext cx="1399517" cy="1600371"/>
          </a:xfrm>
          <a:prstGeom prst="roundRect">
            <a:avLst/>
          </a:prstGeom>
          <a:solidFill>
            <a:schemeClr val="accent6">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43" name="CasellaDiTesto 42">
            <a:extLst>
              <a:ext uri="{FF2B5EF4-FFF2-40B4-BE49-F238E27FC236}">
                <a16:creationId xmlns:a16="http://schemas.microsoft.com/office/drawing/2014/main" id="{2FBD4D88-E9A1-4DFC-B43F-65C5AD086F0F}"/>
              </a:ext>
            </a:extLst>
          </p:cNvPr>
          <p:cNvSpPr txBox="1"/>
          <p:nvPr/>
        </p:nvSpPr>
        <p:spPr>
          <a:xfrm>
            <a:off x="2426128" y="756222"/>
            <a:ext cx="1344077" cy="200055"/>
          </a:xfrm>
          <a:prstGeom prst="rect">
            <a:avLst/>
          </a:prstGeom>
          <a:noFill/>
        </p:spPr>
        <p:txBody>
          <a:bodyPr wrap="square" rtlCol="0">
            <a:spAutoFit/>
          </a:bodyPr>
          <a:lstStyle/>
          <a:p>
            <a:pPr algn="ctr"/>
            <a:r>
              <a:rPr lang="en-US" sz="700" b="1" dirty="0"/>
              <a:t>Score 1 - Partially correct</a:t>
            </a:r>
            <a:endParaRPr lang="it-IT" sz="700" b="1" dirty="0">
              <a:solidFill>
                <a:schemeClr val="tx1"/>
              </a:solidFill>
              <a:latin typeface="+mn-lt"/>
            </a:endParaRPr>
          </a:p>
        </p:txBody>
      </p:sp>
      <p:cxnSp>
        <p:nvCxnSpPr>
          <p:cNvPr id="44" name="Connettore diritto 43">
            <a:extLst>
              <a:ext uri="{FF2B5EF4-FFF2-40B4-BE49-F238E27FC236}">
                <a16:creationId xmlns:a16="http://schemas.microsoft.com/office/drawing/2014/main" id="{7FA7B976-D105-4B8B-A46D-0C72B7CD994F}"/>
              </a:ext>
            </a:extLst>
          </p:cNvPr>
          <p:cNvCxnSpPr>
            <a:cxnSpLocks/>
          </p:cNvCxnSpPr>
          <p:nvPr/>
        </p:nvCxnSpPr>
        <p:spPr>
          <a:xfrm>
            <a:off x="2570020" y="925794"/>
            <a:ext cx="1062069"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45" name="CasellaDiTesto 44">
            <a:extLst>
              <a:ext uri="{FF2B5EF4-FFF2-40B4-BE49-F238E27FC236}">
                <a16:creationId xmlns:a16="http://schemas.microsoft.com/office/drawing/2014/main" id="{0494A601-F5C1-4C8E-8B59-76A5DD86C6A8}"/>
              </a:ext>
            </a:extLst>
          </p:cNvPr>
          <p:cNvSpPr txBox="1"/>
          <p:nvPr/>
        </p:nvSpPr>
        <p:spPr>
          <a:xfrm>
            <a:off x="2481332" y="931548"/>
            <a:ext cx="1342424" cy="1169551"/>
          </a:xfrm>
          <a:prstGeom prst="rect">
            <a:avLst/>
          </a:prstGeom>
          <a:noFill/>
        </p:spPr>
        <p:txBody>
          <a:bodyPr wrap="square" rtlCol="0">
            <a:spAutoFit/>
          </a:bodyPr>
          <a:lstStyle/>
          <a:p>
            <a:r>
              <a:rPr lang="en-US" sz="700" dirty="0"/>
              <a:t>Assigned when the answer was </a:t>
            </a:r>
            <a:r>
              <a:rPr lang="en-US" sz="700" b="1" dirty="0"/>
              <a:t>substantially correct </a:t>
            </a:r>
            <a:r>
              <a:rPr lang="en-US" sz="700" dirty="0"/>
              <a:t>but had </a:t>
            </a:r>
            <a:r>
              <a:rPr lang="en-US" sz="700" b="1" dirty="0"/>
              <a:t>significant limitations</a:t>
            </a:r>
            <a:r>
              <a:rPr lang="en-US" sz="700" dirty="0"/>
              <a:t>... (e.g., omission of relevant info, partial correlations, generic recommendations).</a:t>
            </a:r>
          </a:p>
          <a:p>
            <a:r>
              <a:rPr lang="en-US" sz="700" dirty="0"/>
              <a:t>It indicated the answer was useful but did not fully meet the requirements.</a:t>
            </a:r>
            <a:endParaRPr lang="en-US" sz="700" dirty="0">
              <a:latin typeface="+mn-lt"/>
            </a:endParaRPr>
          </a:p>
        </p:txBody>
      </p:sp>
      <p:sp>
        <p:nvSpPr>
          <p:cNvPr id="46" name="CasellaDiTesto 45">
            <a:extLst>
              <a:ext uri="{FF2B5EF4-FFF2-40B4-BE49-F238E27FC236}">
                <a16:creationId xmlns:a16="http://schemas.microsoft.com/office/drawing/2014/main" id="{4AAAD64C-A882-46C3-AB65-83EF7D3D7B2E}"/>
              </a:ext>
            </a:extLst>
          </p:cNvPr>
          <p:cNvSpPr txBox="1"/>
          <p:nvPr/>
        </p:nvSpPr>
        <p:spPr>
          <a:xfrm>
            <a:off x="4328478" y="893048"/>
            <a:ext cx="181024" cy="362866"/>
          </a:xfrm>
          <a:prstGeom prst="rect">
            <a:avLst/>
          </a:prstGeom>
          <a:noFill/>
        </p:spPr>
        <p:txBody>
          <a:bodyPr wrap="square" rtlCol="0">
            <a:spAutoFit/>
          </a:bodyPr>
          <a:lstStyle/>
          <a:p>
            <a:endParaRPr lang="it-IT" dirty="0"/>
          </a:p>
        </p:txBody>
      </p:sp>
      <p:sp>
        <p:nvSpPr>
          <p:cNvPr id="47" name="Rettangolo con angoli arrotondati 46">
            <a:extLst>
              <a:ext uri="{FF2B5EF4-FFF2-40B4-BE49-F238E27FC236}">
                <a16:creationId xmlns:a16="http://schemas.microsoft.com/office/drawing/2014/main" id="{6E164D75-B5BF-43B7-9F4C-B9CDD8B99299}"/>
              </a:ext>
            </a:extLst>
          </p:cNvPr>
          <p:cNvSpPr/>
          <p:nvPr/>
        </p:nvSpPr>
        <p:spPr>
          <a:xfrm>
            <a:off x="4016544" y="759279"/>
            <a:ext cx="1399517" cy="1600371"/>
          </a:xfrm>
          <a:prstGeom prst="roundRect">
            <a:avLst/>
          </a:prstGeom>
          <a:solidFill>
            <a:schemeClr val="accent3">
              <a:lumMod val="20000"/>
              <a:lumOff val="80000"/>
            </a:schemeClr>
          </a:solidFill>
          <a:ln w="9525">
            <a:solidFill>
              <a:srgbClr val="59030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600" dirty="0">
              <a:solidFill>
                <a:schemeClr val="tx1"/>
              </a:solidFill>
            </a:endParaRPr>
          </a:p>
        </p:txBody>
      </p:sp>
      <p:sp>
        <p:nvSpPr>
          <p:cNvPr id="48" name="CasellaDiTesto 47">
            <a:extLst>
              <a:ext uri="{FF2B5EF4-FFF2-40B4-BE49-F238E27FC236}">
                <a16:creationId xmlns:a16="http://schemas.microsoft.com/office/drawing/2014/main" id="{8BE70AAA-B889-4710-ABF0-82792FE060B3}"/>
              </a:ext>
            </a:extLst>
          </p:cNvPr>
          <p:cNvSpPr txBox="1"/>
          <p:nvPr/>
        </p:nvSpPr>
        <p:spPr>
          <a:xfrm>
            <a:off x="4108290" y="756222"/>
            <a:ext cx="1186389" cy="200055"/>
          </a:xfrm>
          <a:prstGeom prst="rect">
            <a:avLst/>
          </a:prstGeom>
          <a:noFill/>
        </p:spPr>
        <p:txBody>
          <a:bodyPr wrap="square" rtlCol="0">
            <a:spAutoFit/>
          </a:bodyPr>
          <a:lstStyle/>
          <a:p>
            <a:pPr algn="ctr"/>
            <a:r>
              <a:rPr lang="en-US" sz="700" b="1" dirty="0"/>
              <a:t>Score 2 - Fully correct</a:t>
            </a:r>
            <a:endParaRPr lang="it-IT" sz="700" b="1" dirty="0">
              <a:solidFill>
                <a:schemeClr val="tx1"/>
              </a:solidFill>
              <a:latin typeface="+mn-lt"/>
            </a:endParaRPr>
          </a:p>
        </p:txBody>
      </p:sp>
      <p:cxnSp>
        <p:nvCxnSpPr>
          <p:cNvPr id="49" name="Connettore diritto 48">
            <a:extLst>
              <a:ext uri="{FF2B5EF4-FFF2-40B4-BE49-F238E27FC236}">
                <a16:creationId xmlns:a16="http://schemas.microsoft.com/office/drawing/2014/main" id="{76760E63-BBC9-4C1B-959F-8644EB39A8C9}"/>
              </a:ext>
            </a:extLst>
          </p:cNvPr>
          <p:cNvCxnSpPr>
            <a:cxnSpLocks/>
          </p:cNvCxnSpPr>
          <p:nvPr/>
        </p:nvCxnSpPr>
        <p:spPr>
          <a:xfrm>
            <a:off x="4161807" y="925794"/>
            <a:ext cx="1062069" cy="0"/>
          </a:xfrm>
          <a:prstGeom prst="line">
            <a:avLst/>
          </a:prstGeom>
          <a:ln>
            <a:solidFill>
              <a:srgbClr val="590302"/>
            </a:solidFill>
          </a:ln>
        </p:spPr>
        <p:style>
          <a:lnRef idx="1">
            <a:schemeClr val="accent1"/>
          </a:lnRef>
          <a:fillRef idx="0">
            <a:schemeClr val="accent1"/>
          </a:fillRef>
          <a:effectRef idx="0">
            <a:schemeClr val="accent1"/>
          </a:effectRef>
          <a:fontRef idx="minor">
            <a:schemeClr val="tx1"/>
          </a:fontRef>
        </p:style>
      </p:cxnSp>
      <p:sp>
        <p:nvSpPr>
          <p:cNvPr id="50" name="CasellaDiTesto 49">
            <a:extLst>
              <a:ext uri="{FF2B5EF4-FFF2-40B4-BE49-F238E27FC236}">
                <a16:creationId xmlns:a16="http://schemas.microsoft.com/office/drawing/2014/main" id="{685A5D42-9159-4A91-A079-426CC5E7C0AF}"/>
              </a:ext>
            </a:extLst>
          </p:cNvPr>
          <p:cNvSpPr txBox="1"/>
          <p:nvPr/>
        </p:nvSpPr>
        <p:spPr>
          <a:xfrm>
            <a:off x="4073119" y="931548"/>
            <a:ext cx="1344077" cy="1169551"/>
          </a:xfrm>
          <a:prstGeom prst="rect">
            <a:avLst/>
          </a:prstGeom>
          <a:noFill/>
        </p:spPr>
        <p:txBody>
          <a:bodyPr wrap="square" rtlCol="0">
            <a:spAutoFit/>
          </a:bodyPr>
          <a:lstStyle/>
          <a:p>
            <a:r>
              <a:rPr lang="en-US" sz="700" dirty="0"/>
              <a:t>Assigned when the answer </a:t>
            </a:r>
            <a:r>
              <a:rPr lang="en-US" sz="700" b="1" dirty="0"/>
              <a:t>fully satisfied </a:t>
            </a:r>
            <a:r>
              <a:rPr lang="en-US" sz="700" dirty="0"/>
              <a:t>the criterion... by providing </a:t>
            </a:r>
            <a:r>
              <a:rPr lang="en-US" sz="700" b="1" dirty="0"/>
              <a:t>all requested info</a:t>
            </a:r>
            <a:r>
              <a:rPr lang="en-US" sz="700" dirty="0"/>
              <a:t>, correctly incorporating operational evidence, </a:t>
            </a:r>
            <a:r>
              <a:rPr lang="en-US" sz="700" b="1" dirty="0"/>
              <a:t>establishing supported correlations</a:t>
            </a:r>
            <a:r>
              <a:rPr lang="en-US" sz="700" dirty="0"/>
              <a:t>, and giving </a:t>
            </a:r>
            <a:r>
              <a:rPr lang="en-US" sz="700" b="1" dirty="0"/>
              <a:t>appropriate</a:t>
            </a:r>
            <a:r>
              <a:rPr lang="en-US" sz="700" dirty="0"/>
              <a:t>, evidence-consistent </a:t>
            </a:r>
            <a:r>
              <a:rPr lang="en-US" sz="700" b="1" dirty="0"/>
              <a:t>recommendations</a:t>
            </a:r>
            <a:r>
              <a:rPr lang="en-US" sz="700" dirty="0"/>
              <a:t>.</a:t>
            </a:r>
            <a:endParaRPr lang="en-US" sz="700" dirty="0">
              <a:latin typeface="+mn-lt"/>
            </a:endParaRPr>
          </a:p>
        </p:txBody>
      </p:sp>
      <p:sp>
        <p:nvSpPr>
          <p:cNvPr id="5" name="CasellaDiTesto 4">
            <a:extLst>
              <a:ext uri="{FF2B5EF4-FFF2-40B4-BE49-F238E27FC236}">
                <a16:creationId xmlns:a16="http://schemas.microsoft.com/office/drawing/2014/main" id="{A8734D7D-E7F5-448D-8FBC-CBFF1AC6C0C2}"/>
              </a:ext>
            </a:extLst>
          </p:cNvPr>
          <p:cNvSpPr txBox="1"/>
          <p:nvPr/>
        </p:nvSpPr>
        <p:spPr>
          <a:xfrm>
            <a:off x="1821712" y="2623594"/>
            <a:ext cx="2768707" cy="246221"/>
          </a:xfrm>
          <a:prstGeom prst="rect">
            <a:avLst/>
          </a:prstGeom>
          <a:noFill/>
        </p:spPr>
        <p:txBody>
          <a:bodyPr wrap="none" rtlCol="0">
            <a:spAutoFit/>
          </a:bodyPr>
          <a:lstStyle/>
          <a:p>
            <a:r>
              <a:rPr lang="it-IT" sz="1000" b="1" dirty="0"/>
              <a:t>The </a:t>
            </a:r>
            <a:r>
              <a:rPr lang="it-IT" sz="1000" b="1" dirty="0" err="1"/>
              <a:t>judge</a:t>
            </a:r>
            <a:r>
              <a:rPr lang="it-IT" sz="1000" b="1" dirty="0"/>
              <a:t> </a:t>
            </a:r>
            <a:r>
              <a:rPr lang="it-IT" sz="1000" b="1" dirty="0" err="1"/>
              <a:t>is</a:t>
            </a:r>
            <a:r>
              <a:rPr lang="it-IT" sz="1000" b="1" dirty="0"/>
              <a:t> </a:t>
            </a:r>
            <a:r>
              <a:rPr lang="it-IT" sz="1000" b="1" dirty="0" err="1"/>
              <a:t>not</a:t>
            </a:r>
            <a:r>
              <a:rPr lang="it-IT" sz="1000" b="1" dirty="0"/>
              <a:t> </a:t>
            </a:r>
            <a:r>
              <a:rPr lang="it-IT" sz="1000" b="1" dirty="0" err="1"/>
              <a:t>blindly</a:t>
            </a:r>
            <a:r>
              <a:rPr lang="it-IT" sz="1000" b="1" dirty="0"/>
              <a:t> </a:t>
            </a:r>
            <a:r>
              <a:rPr lang="it-IT" sz="1000" b="1" dirty="0" err="1"/>
              <a:t>assigning</a:t>
            </a:r>
            <a:r>
              <a:rPr lang="it-IT" sz="1000" b="1" dirty="0"/>
              <a:t> a score!</a:t>
            </a:r>
          </a:p>
        </p:txBody>
      </p:sp>
    </p:spTree>
    <p:extLst>
      <p:ext uri="{BB962C8B-B14F-4D97-AF65-F5344CB8AC3E}">
        <p14:creationId xmlns:p14="http://schemas.microsoft.com/office/powerpoint/2010/main" val="18054419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C390-9BA3-E69B-8A70-ED8DAC5F1D5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ADCF6A5-D5F0-4C52-9946-15614F8EC600}"/>
              </a:ext>
            </a:extLst>
          </p:cNvPr>
          <p:cNvSpPr txBox="1"/>
          <p:nvPr/>
        </p:nvSpPr>
        <p:spPr>
          <a:xfrm>
            <a:off x="994577" y="184503"/>
            <a:ext cx="43796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400" b="1" dirty="0">
                <a:solidFill>
                  <a:schemeClr val="accent2">
                    <a:lumMod val="76000"/>
                  </a:schemeClr>
                </a:solidFill>
              </a:rPr>
              <a:t>Evaluation Results</a:t>
            </a:r>
          </a:p>
        </p:txBody>
      </p:sp>
      <p:graphicFrame>
        <p:nvGraphicFramePr>
          <p:cNvPr id="4" name="Grafico 3">
            <a:extLst>
              <a:ext uri="{FF2B5EF4-FFF2-40B4-BE49-F238E27FC236}">
                <a16:creationId xmlns:a16="http://schemas.microsoft.com/office/drawing/2014/main" id="{3D6177CF-9712-4A0F-9ACD-B076EE346CC6}"/>
              </a:ext>
            </a:extLst>
          </p:cNvPr>
          <p:cNvGraphicFramePr/>
          <p:nvPr>
            <p:extLst>
              <p:ext uri="{D42A27DB-BD31-4B8C-83A1-F6EECF244321}">
                <p14:modId xmlns:p14="http://schemas.microsoft.com/office/powerpoint/2010/main" val="891033317"/>
              </p:ext>
            </p:extLst>
          </p:nvPr>
        </p:nvGraphicFramePr>
        <p:xfrm>
          <a:off x="2164977" y="694765"/>
          <a:ext cx="3464608" cy="213274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Grafico 6">
            <a:extLst>
              <a:ext uri="{FF2B5EF4-FFF2-40B4-BE49-F238E27FC236}">
                <a16:creationId xmlns:a16="http://schemas.microsoft.com/office/drawing/2014/main" id="{76CF4995-98AB-4418-86F2-3B31E6E4EDFC}"/>
              </a:ext>
            </a:extLst>
          </p:cNvPr>
          <p:cNvGraphicFramePr/>
          <p:nvPr>
            <p:extLst>
              <p:ext uri="{D42A27DB-BD31-4B8C-83A1-F6EECF244321}">
                <p14:modId xmlns:p14="http://schemas.microsoft.com/office/powerpoint/2010/main" val="442963134"/>
              </p:ext>
            </p:extLst>
          </p:nvPr>
        </p:nvGraphicFramePr>
        <p:xfrm>
          <a:off x="512730" y="542365"/>
          <a:ext cx="1768787" cy="2061032"/>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4406644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C390-9BA3-E69B-8A70-ED8DAC5F1D5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ADCF6A5-D5F0-4C52-9946-15614F8EC600}"/>
              </a:ext>
            </a:extLst>
          </p:cNvPr>
          <p:cNvSpPr txBox="1"/>
          <p:nvPr/>
        </p:nvSpPr>
        <p:spPr>
          <a:xfrm>
            <a:off x="994577" y="184503"/>
            <a:ext cx="43796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400" b="1" dirty="0">
                <a:solidFill>
                  <a:schemeClr val="accent2">
                    <a:lumMod val="76000"/>
                  </a:schemeClr>
                </a:solidFill>
              </a:rPr>
              <a:t>Evaluation Results – Some cases</a:t>
            </a:r>
          </a:p>
        </p:txBody>
      </p:sp>
      <p:sp>
        <p:nvSpPr>
          <p:cNvPr id="2" name="CasellaDiTesto 1">
            <a:extLst>
              <a:ext uri="{FF2B5EF4-FFF2-40B4-BE49-F238E27FC236}">
                <a16:creationId xmlns:a16="http://schemas.microsoft.com/office/drawing/2014/main" id="{90F40763-54BB-4D84-A87D-2EA8BC5E5721}"/>
              </a:ext>
            </a:extLst>
          </p:cNvPr>
          <p:cNvSpPr txBox="1"/>
          <p:nvPr/>
        </p:nvSpPr>
        <p:spPr>
          <a:xfrm>
            <a:off x="994577" y="542367"/>
            <a:ext cx="4540025" cy="400110"/>
          </a:xfrm>
          <a:prstGeom prst="rect">
            <a:avLst/>
          </a:prstGeom>
          <a:noFill/>
        </p:spPr>
        <p:txBody>
          <a:bodyPr wrap="none" rtlCol="0">
            <a:spAutoFit/>
          </a:bodyPr>
          <a:lstStyle/>
          <a:p>
            <a:r>
              <a:rPr lang="en-US" sz="1000" b="1" dirty="0"/>
              <a:t>Q5: </a:t>
            </a:r>
            <a:r>
              <a:rPr lang="en-US" sz="1000" dirty="0"/>
              <a:t>How many passes does satellite SAT-02 have on 2026-05-26 on GS-02?</a:t>
            </a:r>
          </a:p>
          <a:p>
            <a:endParaRPr lang="it-IT" sz="1000" dirty="0"/>
          </a:p>
        </p:txBody>
      </p:sp>
      <p:graphicFrame>
        <p:nvGraphicFramePr>
          <p:cNvPr id="3" name="Tabella 2">
            <a:extLst>
              <a:ext uri="{FF2B5EF4-FFF2-40B4-BE49-F238E27FC236}">
                <a16:creationId xmlns:a16="http://schemas.microsoft.com/office/drawing/2014/main" id="{16CD8837-6FFA-4539-91BE-465FBE3CC268}"/>
              </a:ext>
            </a:extLst>
          </p:cNvPr>
          <p:cNvGraphicFramePr>
            <a:graphicFrameLocks noGrp="1"/>
          </p:cNvGraphicFramePr>
          <p:nvPr>
            <p:extLst>
              <p:ext uri="{D42A27DB-BD31-4B8C-83A1-F6EECF244321}">
                <p14:modId xmlns:p14="http://schemas.microsoft.com/office/powerpoint/2010/main" val="2746109622"/>
              </p:ext>
            </p:extLst>
          </p:nvPr>
        </p:nvGraphicFramePr>
        <p:xfrm>
          <a:off x="1339718" y="859531"/>
          <a:ext cx="3528116" cy="853864"/>
        </p:xfrm>
        <a:graphic>
          <a:graphicData uri="http://schemas.openxmlformats.org/drawingml/2006/table">
            <a:tbl>
              <a:tblPr firstRow="1" bandRow="1">
                <a:tableStyleId>{5C22544A-7EE6-4342-B048-85BDC9FD1C3A}</a:tableStyleId>
              </a:tblPr>
              <a:tblGrid>
                <a:gridCol w="882029">
                  <a:extLst>
                    <a:ext uri="{9D8B030D-6E8A-4147-A177-3AD203B41FA5}">
                      <a16:colId xmlns:a16="http://schemas.microsoft.com/office/drawing/2014/main" val="1987664434"/>
                    </a:ext>
                  </a:extLst>
                </a:gridCol>
                <a:gridCol w="882029">
                  <a:extLst>
                    <a:ext uri="{9D8B030D-6E8A-4147-A177-3AD203B41FA5}">
                      <a16:colId xmlns:a16="http://schemas.microsoft.com/office/drawing/2014/main" val="1428895730"/>
                    </a:ext>
                  </a:extLst>
                </a:gridCol>
                <a:gridCol w="882029">
                  <a:extLst>
                    <a:ext uri="{9D8B030D-6E8A-4147-A177-3AD203B41FA5}">
                      <a16:colId xmlns:a16="http://schemas.microsoft.com/office/drawing/2014/main" val="1461133488"/>
                    </a:ext>
                  </a:extLst>
                </a:gridCol>
                <a:gridCol w="882029">
                  <a:extLst>
                    <a:ext uri="{9D8B030D-6E8A-4147-A177-3AD203B41FA5}">
                      <a16:colId xmlns:a16="http://schemas.microsoft.com/office/drawing/2014/main" val="3230732041"/>
                    </a:ext>
                  </a:extLst>
                </a:gridCol>
              </a:tblGrid>
              <a:tr h="366184">
                <a:tc>
                  <a:txBody>
                    <a:bodyPr/>
                    <a:lstStyle/>
                    <a:p>
                      <a:pPr algn="ctr"/>
                      <a:r>
                        <a:rPr lang="it-IT" sz="1000" dirty="0"/>
                        <a:t>Model</a:t>
                      </a:r>
                    </a:p>
                  </a:txBody>
                  <a:tcPr anchor="ctr"/>
                </a:tc>
                <a:tc>
                  <a:txBody>
                    <a:bodyPr/>
                    <a:lstStyle/>
                    <a:p>
                      <a:pPr algn="ctr"/>
                      <a:r>
                        <a:rPr lang="it-IT" sz="1000" dirty="0"/>
                        <a:t>AC</a:t>
                      </a:r>
                    </a:p>
                  </a:txBody>
                  <a:tcPr anchor="ctr"/>
                </a:tc>
                <a:tc>
                  <a:txBody>
                    <a:bodyPr/>
                    <a:lstStyle/>
                    <a:p>
                      <a:pPr algn="ctr"/>
                      <a:r>
                        <a:rPr lang="it-IT" sz="1000" dirty="0"/>
                        <a:t>NF</a:t>
                      </a:r>
                    </a:p>
                  </a:txBody>
                  <a:tcPr anchor="ctr"/>
                </a:tc>
                <a:tc>
                  <a:txBody>
                    <a:bodyPr/>
                    <a:lstStyle/>
                    <a:p>
                      <a:pPr algn="ctr"/>
                      <a:r>
                        <a:rPr lang="it-IT" sz="1000" dirty="0"/>
                        <a:t>Total</a:t>
                      </a:r>
                    </a:p>
                  </a:txBody>
                  <a:tcPr anchor="ctr"/>
                </a:tc>
                <a:extLst>
                  <a:ext uri="{0D108BD9-81ED-4DB2-BD59-A6C34878D82A}">
                    <a16:rowId xmlns:a16="http://schemas.microsoft.com/office/drawing/2014/main" val="4010371653"/>
                  </a:ext>
                </a:extLst>
              </a:tr>
              <a:tr h="225344">
                <a:tc>
                  <a:txBody>
                    <a:bodyPr/>
                    <a:lstStyle/>
                    <a:p>
                      <a:r>
                        <a:rPr lang="it-IT" sz="1000" b="1" dirty="0" err="1"/>
                        <a:t>Llama</a:t>
                      </a:r>
                      <a:endParaRPr lang="it-IT" sz="1000" b="1" dirty="0"/>
                    </a:p>
                  </a:txBody>
                  <a:tcPr/>
                </a:tc>
                <a:tc>
                  <a:txBody>
                    <a:bodyPr/>
                    <a:lstStyle/>
                    <a:p>
                      <a:r>
                        <a:rPr lang="it-IT" sz="1000" dirty="0"/>
                        <a:t>0</a:t>
                      </a:r>
                    </a:p>
                  </a:txBody>
                  <a:tcPr/>
                </a:tc>
                <a:tc>
                  <a:txBody>
                    <a:bodyPr/>
                    <a:lstStyle/>
                    <a:p>
                      <a:r>
                        <a:rPr lang="it-IT" sz="1000" dirty="0"/>
                        <a:t>0</a:t>
                      </a:r>
                    </a:p>
                  </a:txBody>
                  <a:tcPr/>
                </a:tc>
                <a:tc>
                  <a:txBody>
                    <a:bodyPr/>
                    <a:lstStyle/>
                    <a:p>
                      <a:r>
                        <a:rPr lang="it-IT" sz="1000" dirty="0"/>
                        <a:t>0/4</a:t>
                      </a:r>
                    </a:p>
                  </a:txBody>
                  <a:tcPr/>
                </a:tc>
                <a:extLst>
                  <a:ext uri="{0D108BD9-81ED-4DB2-BD59-A6C34878D82A}">
                    <a16:rowId xmlns:a16="http://schemas.microsoft.com/office/drawing/2014/main" val="975331668"/>
                  </a:ext>
                </a:extLst>
              </a:tr>
              <a:tr h="225344">
                <a:tc>
                  <a:txBody>
                    <a:bodyPr/>
                    <a:lstStyle/>
                    <a:p>
                      <a:r>
                        <a:rPr lang="it-IT" sz="1000" b="1" dirty="0"/>
                        <a:t>FUNES</a:t>
                      </a:r>
                    </a:p>
                  </a:txBody>
                  <a:tcPr/>
                </a:tc>
                <a:tc>
                  <a:txBody>
                    <a:bodyPr/>
                    <a:lstStyle/>
                    <a:p>
                      <a:r>
                        <a:rPr lang="it-IT" sz="1000" b="1" dirty="0"/>
                        <a:t>2</a:t>
                      </a:r>
                    </a:p>
                  </a:txBody>
                  <a:tcPr/>
                </a:tc>
                <a:tc>
                  <a:txBody>
                    <a:bodyPr/>
                    <a:lstStyle/>
                    <a:p>
                      <a:r>
                        <a:rPr lang="it-IT" sz="1000" b="1" dirty="0"/>
                        <a:t>2</a:t>
                      </a:r>
                    </a:p>
                  </a:txBody>
                  <a:tcPr/>
                </a:tc>
                <a:tc>
                  <a:txBody>
                    <a:bodyPr/>
                    <a:lstStyle/>
                    <a:p>
                      <a:r>
                        <a:rPr lang="it-IT" sz="1000" b="1" dirty="0"/>
                        <a:t>4/4</a:t>
                      </a:r>
                    </a:p>
                  </a:txBody>
                  <a:tcPr/>
                </a:tc>
                <a:extLst>
                  <a:ext uri="{0D108BD9-81ED-4DB2-BD59-A6C34878D82A}">
                    <a16:rowId xmlns:a16="http://schemas.microsoft.com/office/drawing/2014/main" val="1074608646"/>
                  </a:ext>
                </a:extLst>
              </a:tr>
            </a:tbl>
          </a:graphicData>
        </a:graphic>
      </p:graphicFrame>
      <p:sp>
        <p:nvSpPr>
          <p:cNvPr id="7" name="CasellaDiTesto 6">
            <a:extLst>
              <a:ext uri="{FF2B5EF4-FFF2-40B4-BE49-F238E27FC236}">
                <a16:creationId xmlns:a16="http://schemas.microsoft.com/office/drawing/2014/main" id="{3BFD145D-C3AC-47C8-B871-E0312BBE3BE6}"/>
              </a:ext>
            </a:extLst>
          </p:cNvPr>
          <p:cNvSpPr txBox="1"/>
          <p:nvPr/>
        </p:nvSpPr>
        <p:spPr>
          <a:xfrm>
            <a:off x="1012509" y="1846716"/>
            <a:ext cx="4599397" cy="553998"/>
          </a:xfrm>
          <a:prstGeom prst="rect">
            <a:avLst/>
          </a:prstGeom>
          <a:noFill/>
        </p:spPr>
        <p:txBody>
          <a:bodyPr wrap="square" rtlCol="0">
            <a:spAutoFit/>
          </a:bodyPr>
          <a:lstStyle/>
          <a:p>
            <a:r>
              <a:rPr lang="en-US" sz="1000" b="1" dirty="0"/>
              <a:t>Q19: </a:t>
            </a:r>
            <a:r>
              <a:rPr lang="en-US" sz="1000" dirty="0"/>
              <a:t>Identify risks for planned activities on 2026-05-26 and report the affected activities with their corresponding </a:t>
            </a:r>
            <a:r>
              <a:rPr lang="en-US" sz="1000" u="sng" dirty="0"/>
              <a:t>datetime</a:t>
            </a:r>
            <a:r>
              <a:rPr lang="en-US" sz="1000" dirty="0"/>
              <a:t>.</a:t>
            </a:r>
          </a:p>
          <a:p>
            <a:endParaRPr lang="it-IT" sz="1000" dirty="0"/>
          </a:p>
        </p:txBody>
      </p:sp>
      <p:graphicFrame>
        <p:nvGraphicFramePr>
          <p:cNvPr id="11" name="Tabella 10">
            <a:extLst>
              <a:ext uri="{FF2B5EF4-FFF2-40B4-BE49-F238E27FC236}">
                <a16:creationId xmlns:a16="http://schemas.microsoft.com/office/drawing/2014/main" id="{3C199452-9AA0-40CE-B09C-84AE2FBDD809}"/>
              </a:ext>
            </a:extLst>
          </p:cNvPr>
          <p:cNvGraphicFramePr>
            <a:graphicFrameLocks noGrp="1"/>
          </p:cNvGraphicFramePr>
          <p:nvPr>
            <p:extLst>
              <p:ext uri="{D42A27DB-BD31-4B8C-83A1-F6EECF244321}">
                <p14:modId xmlns:p14="http://schemas.microsoft.com/office/powerpoint/2010/main" val="1012106505"/>
              </p:ext>
            </p:extLst>
          </p:nvPr>
        </p:nvGraphicFramePr>
        <p:xfrm>
          <a:off x="1200733" y="2226628"/>
          <a:ext cx="3967383" cy="731520"/>
        </p:xfrm>
        <a:graphic>
          <a:graphicData uri="http://schemas.openxmlformats.org/drawingml/2006/table">
            <a:tbl>
              <a:tblPr firstRow="1" bandRow="1">
                <a:tableStyleId>{5C22544A-7EE6-4342-B048-85BDC9FD1C3A}</a:tableStyleId>
              </a:tblPr>
              <a:tblGrid>
                <a:gridCol w="566769">
                  <a:extLst>
                    <a:ext uri="{9D8B030D-6E8A-4147-A177-3AD203B41FA5}">
                      <a16:colId xmlns:a16="http://schemas.microsoft.com/office/drawing/2014/main" val="1987664434"/>
                    </a:ext>
                  </a:extLst>
                </a:gridCol>
                <a:gridCol w="566769">
                  <a:extLst>
                    <a:ext uri="{9D8B030D-6E8A-4147-A177-3AD203B41FA5}">
                      <a16:colId xmlns:a16="http://schemas.microsoft.com/office/drawing/2014/main" val="1428895730"/>
                    </a:ext>
                  </a:extLst>
                </a:gridCol>
                <a:gridCol w="566769">
                  <a:extLst>
                    <a:ext uri="{9D8B030D-6E8A-4147-A177-3AD203B41FA5}">
                      <a16:colId xmlns:a16="http://schemas.microsoft.com/office/drawing/2014/main" val="1461133488"/>
                    </a:ext>
                  </a:extLst>
                </a:gridCol>
                <a:gridCol w="566769">
                  <a:extLst>
                    <a:ext uri="{9D8B030D-6E8A-4147-A177-3AD203B41FA5}">
                      <a16:colId xmlns:a16="http://schemas.microsoft.com/office/drawing/2014/main" val="3183869135"/>
                    </a:ext>
                  </a:extLst>
                </a:gridCol>
                <a:gridCol w="566769">
                  <a:extLst>
                    <a:ext uri="{9D8B030D-6E8A-4147-A177-3AD203B41FA5}">
                      <a16:colId xmlns:a16="http://schemas.microsoft.com/office/drawing/2014/main" val="4161182784"/>
                    </a:ext>
                  </a:extLst>
                </a:gridCol>
                <a:gridCol w="566769">
                  <a:extLst>
                    <a:ext uri="{9D8B030D-6E8A-4147-A177-3AD203B41FA5}">
                      <a16:colId xmlns:a16="http://schemas.microsoft.com/office/drawing/2014/main" val="359356166"/>
                    </a:ext>
                  </a:extLst>
                </a:gridCol>
                <a:gridCol w="566769">
                  <a:extLst>
                    <a:ext uri="{9D8B030D-6E8A-4147-A177-3AD203B41FA5}">
                      <a16:colId xmlns:a16="http://schemas.microsoft.com/office/drawing/2014/main" val="3230732041"/>
                    </a:ext>
                  </a:extLst>
                </a:gridCol>
              </a:tblGrid>
              <a:tr h="200574">
                <a:tc>
                  <a:txBody>
                    <a:bodyPr/>
                    <a:lstStyle/>
                    <a:p>
                      <a:pPr algn="ctr"/>
                      <a:r>
                        <a:rPr lang="it-IT" sz="1000" dirty="0"/>
                        <a:t>Model</a:t>
                      </a:r>
                    </a:p>
                  </a:txBody>
                  <a:tcPr anchor="ctr"/>
                </a:tc>
                <a:tc>
                  <a:txBody>
                    <a:bodyPr/>
                    <a:lstStyle/>
                    <a:p>
                      <a:pPr algn="ctr"/>
                      <a:r>
                        <a:rPr lang="it-IT" sz="1000" dirty="0"/>
                        <a:t>AC</a:t>
                      </a:r>
                    </a:p>
                  </a:txBody>
                  <a:tcPr anchor="ctr"/>
                </a:tc>
                <a:tc>
                  <a:txBody>
                    <a:bodyPr/>
                    <a:lstStyle/>
                    <a:p>
                      <a:pPr algn="ctr"/>
                      <a:r>
                        <a:rPr lang="it-IT" sz="1000" dirty="0"/>
                        <a:t>AI</a:t>
                      </a:r>
                    </a:p>
                  </a:txBody>
                  <a:tcPr anchor="ctr"/>
                </a:tc>
                <a:tc>
                  <a:txBody>
                    <a:bodyPr/>
                    <a:lstStyle/>
                    <a:p>
                      <a:pPr algn="ctr"/>
                      <a:r>
                        <a:rPr lang="it-IT" sz="1000" dirty="0"/>
                        <a:t>EC</a:t>
                      </a:r>
                    </a:p>
                  </a:txBody>
                  <a:tcPr anchor="ctr"/>
                </a:tc>
                <a:tc>
                  <a:txBody>
                    <a:bodyPr/>
                    <a:lstStyle/>
                    <a:p>
                      <a:pPr algn="ctr"/>
                      <a:r>
                        <a:rPr lang="it-IT" sz="1000" dirty="0"/>
                        <a:t>NF</a:t>
                      </a:r>
                    </a:p>
                  </a:txBody>
                  <a:tcPr anchor="ctr"/>
                </a:tc>
                <a:tc>
                  <a:txBody>
                    <a:bodyPr/>
                    <a:lstStyle/>
                    <a:p>
                      <a:pPr algn="ctr"/>
                      <a:r>
                        <a:rPr lang="it-IT" sz="1000" dirty="0"/>
                        <a:t>DSS</a:t>
                      </a:r>
                    </a:p>
                  </a:txBody>
                  <a:tcPr anchor="ctr"/>
                </a:tc>
                <a:tc>
                  <a:txBody>
                    <a:bodyPr/>
                    <a:lstStyle/>
                    <a:p>
                      <a:pPr algn="ctr"/>
                      <a:r>
                        <a:rPr lang="it-IT" sz="1000" dirty="0"/>
                        <a:t>Total</a:t>
                      </a:r>
                    </a:p>
                  </a:txBody>
                  <a:tcPr anchor="ctr"/>
                </a:tc>
                <a:extLst>
                  <a:ext uri="{0D108BD9-81ED-4DB2-BD59-A6C34878D82A}">
                    <a16:rowId xmlns:a16="http://schemas.microsoft.com/office/drawing/2014/main" val="4010371653"/>
                  </a:ext>
                </a:extLst>
              </a:tr>
              <a:tr h="200574">
                <a:tc>
                  <a:txBody>
                    <a:bodyPr/>
                    <a:lstStyle/>
                    <a:p>
                      <a:r>
                        <a:rPr lang="it-IT" sz="1000" b="1" dirty="0" err="1"/>
                        <a:t>Llama</a:t>
                      </a:r>
                      <a:endParaRPr lang="it-IT" sz="1000" b="1" dirty="0"/>
                    </a:p>
                  </a:txBody>
                  <a:tcPr/>
                </a:tc>
                <a:tc>
                  <a:txBody>
                    <a:bodyPr/>
                    <a:lstStyle/>
                    <a:p>
                      <a:r>
                        <a:rPr lang="it-IT" sz="1000" b="1" dirty="0"/>
                        <a:t>2</a:t>
                      </a:r>
                    </a:p>
                  </a:txBody>
                  <a:tcPr/>
                </a:tc>
                <a:tc>
                  <a:txBody>
                    <a:bodyPr/>
                    <a:lstStyle/>
                    <a:p>
                      <a:r>
                        <a:rPr lang="it-IT" sz="1000" b="0" dirty="0"/>
                        <a:t>2</a:t>
                      </a:r>
                    </a:p>
                  </a:txBody>
                  <a:tcPr/>
                </a:tc>
                <a:tc>
                  <a:txBody>
                    <a:bodyPr/>
                    <a:lstStyle/>
                    <a:p>
                      <a:r>
                        <a:rPr lang="it-IT" sz="1000" b="1" dirty="0"/>
                        <a:t>2</a:t>
                      </a:r>
                    </a:p>
                  </a:txBody>
                  <a:tcPr/>
                </a:tc>
                <a:tc>
                  <a:txBody>
                    <a:bodyPr/>
                    <a:lstStyle/>
                    <a:p>
                      <a:r>
                        <a:rPr lang="it-IT" sz="1000" b="1" dirty="0"/>
                        <a:t>2</a:t>
                      </a:r>
                    </a:p>
                  </a:txBody>
                  <a:tcPr/>
                </a:tc>
                <a:tc>
                  <a:txBody>
                    <a:bodyPr/>
                    <a:lstStyle/>
                    <a:p>
                      <a:r>
                        <a:rPr lang="it-IT" sz="1000" b="0" dirty="0"/>
                        <a:t>2</a:t>
                      </a:r>
                    </a:p>
                  </a:txBody>
                  <a:tcPr/>
                </a:tc>
                <a:tc>
                  <a:txBody>
                    <a:bodyPr/>
                    <a:lstStyle/>
                    <a:p>
                      <a:r>
                        <a:rPr lang="it-IT" sz="1000" b="1" dirty="0"/>
                        <a:t>10/10</a:t>
                      </a:r>
                    </a:p>
                  </a:txBody>
                  <a:tcPr/>
                </a:tc>
                <a:extLst>
                  <a:ext uri="{0D108BD9-81ED-4DB2-BD59-A6C34878D82A}">
                    <a16:rowId xmlns:a16="http://schemas.microsoft.com/office/drawing/2014/main" val="975331668"/>
                  </a:ext>
                </a:extLst>
              </a:tr>
              <a:tr h="200574">
                <a:tc>
                  <a:txBody>
                    <a:bodyPr/>
                    <a:lstStyle/>
                    <a:p>
                      <a:r>
                        <a:rPr lang="it-IT" sz="1000" b="1" dirty="0"/>
                        <a:t>FUNES</a:t>
                      </a:r>
                    </a:p>
                  </a:txBody>
                  <a:tcPr/>
                </a:tc>
                <a:tc>
                  <a:txBody>
                    <a:bodyPr/>
                    <a:lstStyle/>
                    <a:p>
                      <a:r>
                        <a:rPr lang="it-IT" sz="1000" dirty="0"/>
                        <a:t>1</a:t>
                      </a:r>
                    </a:p>
                  </a:txBody>
                  <a:tcPr/>
                </a:tc>
                <a:tc>
                  <a:txBody>
                    <a:bodyPr/>
                    <a:lstStyle/>
                    <a:p>
                      <a:r>
                        <a:rPr lang="it-IT" sz="1000" dirty="0"/>
                        <a:t>2</a:t>
                      </a:r>
                    </a:p>
                  </a:txBody>
                  <a:tcPr/>
                </a:tc>
                <a:tc>
                  <a:txBody>
                    <a:bodyPr/>
                    <a:lstStyle/>
                    <a:p>
                      <a:r>
                        <a:rPr lang="it-IT" sz="1000" dirty="0"/>
                        <a:t>1</a:t>
                      </a:r>
                    </a:p>
                  </a:txBody>
                  <a:tcPr/>
                </a:tc>
                <a:tc>
                  <a:txBody>
                    <a:bodyPr/>
                    <a:lstStyle/>
                    <a:p>
                      <a:r>
                        <a:rPr lang="it-IT" sz="1000" dirty="0"/>
                        <a:t>1</a:t>
                      </a:r>
                    </a:p>
                  </a:txBody>
                  <a:tcPr/>
                </a:tc>
                <a:tc>
                  <a:txBody>
                    <a:bodyPr/>
                    <a:lstStyle/>
                    <a:p>
                      <a:r>
                        <a:rPr lang="it-IT" sz="1000" dirty="0"/>
                        <a:t>2</a:t>
                      </a:r>
                    </a:p>
                  </a:txBody>
                  <a:tcPr/>
                </a:tc>
                <a:tc>
                  <a:txBody>
                    <a:bodyPr/>
                    <a:lstStyle/>
                    <a:p>
                      <a:r>
                        <a:rPr lang="it-IT" sz="1000" dirty="0"/>
                        <a:t>7/10</a:t>
                      </a:r>
                    </a:p>
                  </a:txBody>
                  <a:tcPr/>
                </a:tc>
                <a:extLst>
                  <a:ext uri="{0D108BD9-81ED-4DB2-BD59-A6C34878D82A}">
                    <a16:rowId xmlns:a16="http://schemas.microsoft.com/office/drawing/2014/main" val="1074608646"/>
                  </a:ext>
                </a:extLst>
              </a:tr>
            </a:tbl>
          </a:graphicData>
        </a:graphic>
      </p:graphicFrame>
    </p:spTree>
    <p:extLst>
      <p:ext uri="{BB962C8B-B14F-4D97-AF65-F5344CB8AC3E}">
        <p14:creationId xmlns:p14="http://schemas.microsoft.com/office/powerpoint/2010/main" val="34946428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36B17E-0935-8A13-568F-AD132AC876F0}"/>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B50CBBB4-A13F-C2CE-42DE-AB03E2F0DC50}"/>
              </a:ext>
            </a:extLst>
          </p:cNvPr>
          <p:cNvSpPr txBox="1"/>
          <p:nvPr/>
        </p:nvSpPr>
        <p:spPr>
          <a:xfrm>
            <a:off x="869001" y="114827"/>
            <a:ext cx="4229007" cy="369332"/>
          </a:xfrm>
          <a:prstGeom prst="rect">
            <a:avLst/>
          </a:prstGeom>
          <a:noFill/>
        </p:spPr>
        <p:txBody>
          <a:bodyPr wrap="square">
            <a:spAutoFit/>
          </a:bodyPr>
          <a:lstStyle/>
          <a:p>
            <a:r>
              <a:rPr lang="en-US" sz="1800" b="1" dirty="0">
                <a:solidFill>
                  <a:srgbClr val="953735"/>
                </a:solidFill>
                <a:latin typeface="Calibri"/>
                <a:ea typeface="Calibri"/>
                <a:cs typeface="Calibri"/>
              </a:rPr>
              <a:t>Conclusions, Limitations and Future Work</a:t>
            </a:r>
            <a:endParaRPr lang="en-US" dirty="0"/>
          </a:p>
        </p:txBody>
      </p:sp>
      <p:sp>
        <p:nvSpPr>
          <p:cNvPr id="50" name="Shape">
            <a:extLst>
              <a:ext uri="{FF2B5EF4-FFF2-40B4-BE49-F238E27FC236}">
                <a16:creationId xmlns:a16="http://schemas.microsoft.com/office/drawing/2014/main" id="{AD734EF3-A6CA-420E-ACA5-A1644EF6EEAB}"/>
              </a:ext>
            </a:extLst>
          </p:cNvPr>
          <p:cNvSpPr/>
          <p:nvPr/>
        </p:nvSpPr>
        <p:spPr>
          <a:xfrm>
            <a:off x="1042951" y="1248423"/>
            <a:ext cx="755298"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1" name="Shape">
            <a:extLst>
              <a:ext uri="{FF2B5EF4-FFF2-40B4-BE49-F238E27FC236}">
                <a16:creationId xmlns:a16="http://schemas.microsoft.com/office/drawing/2014/main" id="{F9A68588-2C64-4B33-9CB4-E8F53BDD81BB}"/>
              </a:ext>
            </a:extLst>
          </p:cNvPr>
          <p:cNvSpPr/>
          <p:nvPr/>
        </p:nvSpPr>
        <p:spPr>
          <a:xfrm>
            <a:off x="689401"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2" name="Shape">
            <a:extLst>
              <a:ext uri="{FF2B5EF4-FFF2-40B4-BE49-F238E27FC236}">
                <a16:creationId xmlns:a16="http://schemas.microsoft.com/office/drawing/2014/main" id="{4237950C-D3EB-4CFF-9B52-B294D2EDDACA}"/>
              </a:ext>
            </a:extLst>
          </p:cNvPr>
          <p:cNvSpPr/>
          <p:nvPr/>
        </p:nvSpPr>
        <p:spPr>
          <a:xfrm>
            <a:off x="1938223"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3" name="Shape">
            <a:extLst>
              <a:ext uri="{FF2B5EF4-FFF2-40B4-BE49-F238E27FC236}">
                <a16:creationId xmlns:a16="http://schemas.microsoft.com/office/drawing/2014/main" id="{96C3EC0B-AAB1-4363-BE39-988C4C5EE4C5}"/>
              </a:ext>
            </a:extLst>
          </p:cNvPr>
          <p:cNvSpPr/>
          <p:nvPr/>
        </p:nvSpPr>
        <p:spPr>
          <a:xfrm>
            <a:off x="1578169"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4" name="Shape">
            <a:extLst>
              <a:ext uri="{FF2B5EF4-FFF2-40B4-BE49-F238E27FC236}">
                <a16:creationId xmlns:a16="http://schemas.microsoft.com/office/drawing/2014/main" id="{2A3B3226-3131-4F75-9B67-E6F0D6050817}"/>
              </a:ext>
            </a:extLst>
          </p:cNvPr>
          <p:cNvSpPr/>
          <p:nvPr/>
        </p:nvSpPr>
        <p:spPr>
          <a:xfrm>
            <a:off x="2823764"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5" name="Shape">
            <a:extLst>
              <a:ext uri="{FF2B5EF4-FFF2-40B4-BE49-F238E27FC236}">
                <a16:creationId xmlns:a16="http://schemas.microsoft.com/office/drawing/2014/main" id="{BD35ECA9-4B34-47A3-B389-CF0B83EFBBB5}"/>
              </a:ext>
            </a:extLst>
          </p:cNvPr>
          <p:cNvSpPr/>
          <p:nvPr/>
        </p:nvSpPr>
        <p:spPr>
          <a:xfrm>
            <a:off x="2470465"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6" name="Shape">
            <a:extLst>
              <a:ext uri="{FF2B5EF4-FFF2-40B4-BE49-F238E27FC236}">
                <a16:creationId xmlns:a16="http://schemas.microsoft.com/office/drawing/2014/main" id="{42F51974-1707-4BDD-9E44-F9A55FD7335D}"/>
              </a:ext>
            </a:extLst>
          </p:cNvPr>
          <p:cNvSpPr/>
          <p:nvPr/>
        </p:nvSpPr>
        <p:spPr>
          <a:xfrm>
            <a:off x="3709305" y="1248423"/>
            <a:ext cx="755299" cy="1303011"/>
          </a:xfrm>
          <a:custGeom>
            <a:avLst/>
            <a:gdLst/>
            <a:ahLst/>
            <a:cxnLst>
              <a:cxn ang="0">
                <a:pos x="wd2" y="hd2"/>
              </a:cxn>
              <a:cxn ang="5400000">
                <a:pos x="wd2" y="hd2"/>
              </a:cxn>
              <a:cxn ang="10800000">
                <a:pos x="wd2" y="hd2"/>
              </a:cxn>
              <a:cxn ang="16200000">
                <a:pos x="wd2" y="hd2"/>
              </a:cxn>
            </a:cxnLst>
            <a:rect l="0" t="0" r="r" b="b"/>
            <a:pathLst>
              <a:path w="19008" h="21600" extrusionOk="0">
                <a:moveTo>
                  <a:pt x="13422" y="21600"/>
                </a:moveTo>
                <a:lnTo>
                  <a:pt x="13422" y="21600"/>
                </a:lnTo>
                <a:cubicBezTo>
                  <a:pt x="17610" y="21600"/>
                  <a:pt x="20304" y="18680"/>
                  <a:pt x="18369" y="16228"/>
                </a:cubicBezTo>
                <a:lnTo>
                  <a:pt x="5586" y="0"/>
                </a:lnTo>
                <a:lnTo>
                  <a:pt x="5586" y="0"/>
                </a:lnTo>
                <a:cubicBezTo>
                  <a:pt x="1398" y="0"/>
                  <a:pt x="-1296" y="2920"/>
                  <a:pt x="639" y="5372"/>
                </a:cubicBezTo>
                <a:lnTo>
                  <a:pt x="13422" y="21600"/>
                </a:ln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7" name="Shape">
            <a:extLst>
              <a:ext uri="{FF2B5EF4-FFF2-40B4-BE49-F238E27FC236}">
                <a16:creationId xmlns:a16="http://schemas.microsoft.com/office/drawing/2014/main" id="{04EAECB5-AE61-4593-BCD3-80134C3BA980}"/>
              </a:ext>
            </a:extLst>
          </p:cNvPr>
          <p:cNvSpPr/>
          <p:nvPr/>
        </p:nvSpPr>
        <p:spPr>
          <a:xfrm>
            <a:off x="3358982"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8" name="Shape">
            <a:extLst>
              <a:ext uri="{FF2B5EF4-FFF2-40B4-BE49-F238E27FC236}">
                <a16:creationId xmlns:a16="http://schemas.microsoft.com/office/drawing/2014/main" id="{9EAD5779-5E9C-4DF2-B14C-C320DB34C9DF}"/>
              </a:ext>
            </a:extLst>
          </p:cNvPr>
          <p:cNvSpPr/>
          <p:nvPr/>
        </p:nvSpPr>
        <p:spPr>
          <a:xfrm>
            <a:off x="4242270" y="1248423"/>
            <a:ext cx="576091" cy="1303011"/>
          </a:xfrm>
          <a:custGeom>
            <a:avLst/>
            <a:gdLst/>
            <a:ahLst/>
            <a:cxnLst>
              <a:cxn ang="0">
                <a:pos x="wd2" y="hd2"/>
              </a:cxn>
              <a:cxn ang="5400000">
                <a:pos x="wd2" y="hd2"/>
              </a:cxn>
              <a:cxn ang="10800000">
                <a:pos x="wd2" y="hd2"/>
              </a:cxn>
              <a:cxn ang="16200000">
                <a:pos x="wd2" y="hd2"/>
              </a:cxn>
            </a:cxnLst>
            <a:rect l="0" t="0" r="r" b="b"/>
            <a:pathLst>
              <a:path w="21600" h="21600" extrusionOk="0">
                <a:moveTo>
                  <a:pt x="6604" y="21600"/>
                </a:moveTo>
                <a:lnTo>
                  <a:pt x="0" y="21600"/>
                </a:lnTo>
                <a:lnTo>
                  <a:pt x="6786" y="3081"/>
                </a:lnTo>
                <a:cubicBezTo>
                  <a:pt x="7443" y="1307"/>
                  <a:pt x="10909" y="0"/>
                  <a:pt x="14996" y="0"/>
                </a:cubicBezTo>
                <a:lnTo>
                  <a:pt x="21600" y="0"/>
                </a:lnTo>
                <a:lnTo>
                  <a:pt x="14813" y="18519"/>
                </a:lnTo>
                <a:cubicBezTo>
                  <a:pt x="14157" y="20293"/>
                  <a:pt x="10691" y="21600"/>
                  <a:pt x="6604" y="21600"/>
                </a:cubicBezTo>
                <a:close/>
              </a:path>
            </a:pathLst>
          </a:custGeom>
          <a:solidFill>
            <a:schemeClr val="accent6"/>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59" name="Freeform: Shape 11">
            <a:extLst>
              <a:ext uri="{FF2B5EF4-FFF2-40B4-BE49-F238E27FC236}">
                <a16:creationId xmlns:a16="http://schemas.microsoft.com/office/drawing/2014/main" id="{2E170DD1-BD73-4522-9492-4A88AFBD9570}"/>
              </a:ext>
            </a:extLst>
          </p:cNvPr>
          <p:cNvSpPr/>
          <p:nvPr/>
        </p:nvSpPr>
        <p:spPr>
          <a:xfrm>
            <a:off x="755400" y="2144056"/>
            <a:ext cx="358299" cy="392782"/>
          </a:xfrm>
          <a:custGeom>
            <a:avLst/>
            <a:gdLst>
              <a:gd name="connsiteX0" fmla="*/ 180180 w 757637"/>
              <a:gd name="connsiteY0" fmla="*/ 0 h 1942712"/>
              <a:gd name="connsiteX1" fmla="*/ 757637 w 757637"/>
              <a:gd name="connsiteY1" fmla="*/ 1199209 h 1942712"/>
              <a:gd name="connsiteX2" fmla="*/ 695845 w 757637"/>
              <a:gd name="connsiteY2" fmla="*/ 1580566 h 1942712"/>
              <a:gd name="connsiteX3" fmla="*/ 470905 w 757637"/>
              <a:gd name="connsiteY3" fmla="*/ 1908890 h 1942712"/>
              <a:gd name="connsiteX4" fmla="*/ 399938 w 757637"/>
              <a:gd name="connsiteY4" fmla="*/ 1942712 h 1942712"/>
              <a:gd name="connsiteX5" fmla="*/ 0 w 757637"/>
              <a:gd name="connsiteY5" fmla="*/ 1112159 h 1942712"/>
              <a:gd name="connsiteX0" fmla="*/ 0 w 757637"/>
              <a:gd name="connsiteY0" fmla="*/ 0 h 830553"/>
              <a:gd name="connsiteX1" fmla="*/ 757637 w 757637"/>
              <a:gd name="connsiteY1" fmla="*/ 87050 h 830553"/>
              <a:gd name="connsiteX2" fmla="*/ 695845 w 757637"/>
              <a:gd name="connsiteY2" fmla="*/ 468407 h 830553"/>
              <a:gd name="connsiteX3" fmla="*/ 470905 w 757637"/>
              <a:gd name="connsiteY3" fmla="*/ 796731 h 830553"/>
              <a:gd name="connsiteX4" fmla="*/ 399938 w 757637"/>
              <a:gd name="connsiteY4" fmla="*/ 830553 h 830553"/>
              <a:gd name="connsiteX5" fmla="*/ 0 w 757637"/>
              <a:gd name="connsiteY5" fmla="*/ 0 h 830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553">
                <a:moveTo>
                  <a:pt x="0" y="0"/>
                </a:moveTo>
                <a:lnTo>
                  <a:pt x="757637" y="87050"/>
                </a:lnTo>
                <a:lnTo>
                  <a:pt x="695845" y="468407"/>
                </a:lnTo>
                <a:cubicBezTo>
                  <a:pt x="672722" y="609838"/>
                  <a:pt x="587696" y="727999"/>
                  <a:pt x="470905" y="796731"/>
                </a:cubicBezTo>
                <a:lnTo>
                  <a:pt x="399938" y="830553"/>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0" name="Freeform: Shape 12">
            <a:extLst>
              <a:ext uri="{FF2B5EF4-FFF2-40B4-BE49-F238E27FC236}">
                <a16:creationId xmlns:a16="http://schemas.microsoft.com/office/drawing/2014/main" id="{7A7BFE90-7E80-4260-956E-AD7143AD4780}"/>
              </a:ext>
            </a:extLst>
          </p:cNvPr>
          <p:cNvSpPr/>
          <p:nvPr/>
        </p:nvSpPr>
        <p:spPr>
          <a:xfrm>
            <a:off x="1645096" y="2138331"/>
            <a:ext cx="358299" cy="397080"/>
          </a:xfrm>
          <a:custGeom>
            <a:avLst/>
            <a:gdLst>
              <a:gd name="connsiteX0" fmla="*/ 180179 w 757637"/>
              <a:gd name="connsiteY0" fmla="*/ 0 h 1951799"/>
              <a:gd name="connsiteX1" fmla="*/ 757637 w 757637"/>
              <a:gd name="connsiteY1" fmla="*/ 1199210 h 1951799"/>
              <a:gd name="connsiteX2" fmla="*/ 693883 w 757637"/>
              <a:gd name="connsiteY2" fmla="*/ 1592673 h 1951799"/>
              <a:gd name="connsiteX3" fmla="*/ 468943 w 757637"/>
              <a:gd name="connsiteY3" fmla="*/ 1920997 h 1951799"/>
              <a:gd name="connsiteX4" fmla="*/ 404313 w 757637"/>
              <a:gd name="connsiteY4" fmla="*/ 1951799 h 1951799"/>
              <a:gd name="connsiteX5" fmla="*/ 0 w 757637"/>
              <a:gd name="connsiteY5" fmla="*/ 1112159 h 1951799"/>
              <a:gd name="connsiteX0" fmla="*/ 0 w 757637"/>
              <a:gd name="connsiteY0" fmla="*/ 0 h 839640"/>
              <a:gd name="connsiteX1" fmla="*/ 757637 w 757637"/>
              <a:gd name="connsiteY1" fmla="*/ 87051 h 839640"/>
              <a:gd name="connsiteX2" fmla="*/ 693883 w 757637"/>
              <a:gd name="connsiteY2" fmla="*/ 480514 h 839640"/>
              <a:gd name="connsiteX3" fmla="*/ 468943 w 757637"/>
              <a:gd name="connsiteY3" fmla="*/ 808838 h 839640"/>
              <a:gd name="connsiteX4" fmla="*/ 404313 w 757637"/>
              <a:gd name="connsiteY4" fmla="*/ 839640 h 839640"/>
              <a:gd name="connsiteX5" fmla="*/ 0 w 757637"/>
              <a:gd name="connsiteY5" fmla="*/ 0 h 8396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9640">
                <a:moveTo>
                  <a:pt x="0" y="0"/>
                </a:moveTo>
                <a:lnTo>
                  <a:pt x="757637" y="87051"/>
                </a:lnTo>
                <a:lnTo>
                  <a:pt x="693883" y="480514"/>
                </a:lnTo>
                <a:cubicBezTo>
                  <a:pt x="670760" y="621945"/>
                  <a:pt x="585734" y="740106"/>
                  <a:pt x="468943" y="808838"/>
                </a:cubicBezTo>
                <a:lnTo>
                  <a:pt x="404313" y="839640"/>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1" name="Freeform: Shape 13">
            <a:extLst>
              <a:ext uri="{FF2B5EF4-FFF2-40B4-BE49-F238E27FC236}">
                <a16:creationId xmlns:a16="http://schemas.microsoft.com/office/drawing/2014/main" id="{B5F7AE4E-396F-4528-92C0-9CDE1394166E}"/>
              </a:ext>
            </a:extLst>
          </p:cNvPr>
          <p:cNvSpPr/>
          <p:nvPr/>
        </p:nvSpPr>
        <p:spPr>
          <a:xfrm>
            <a:off x="2536619" y="2143104"/>
            <a:ext cx="358299" cy="393498"/>
          </a:xfrm>
          <a:custGeom>
            <a:avLst/>
            <a:gdLst>
              <a:gd name="connsiteX0" fmla="*/ 180180 w 757637"/>
              <a:gd name="connsiteY0" fmla="*/ 0 h 1944225"/>
              <a:gd name="connsiteX1" fmla="*/ 757637 w 757637"/>
              <a:gd name="connsiteY1" fmla="*/ 1199210 h 1944225"/>
              <a:gd name="connsiteX2" fmla="*/ 695518 w 757637"/>
              <a:gd name="connsiteY2" fmla="*/ 1582581 h 1944225"/>
              <a:gd name="connsiteX3" fmla="*/ 470578 w 757637"/>
              <a:gd name="connsiteY3" fmla="*/ 1910905 h 1944225"/>
              <a:gd name="connsiteX4" fmla="*/ 400666 w 757637"/>
              <a:gd name="connsiteY4" fmla="*/ 1944225 h 1944225"/>
              <a:gd name="connsiteX5" fmla="*/ 0 w 757637"/>
              <a:gd name="connsiteY5" fmla="*/ 1112159 h 1944225"/>
              <a:gd name="connsiteX0" fmla="*/ 0 w 757637"/>
              <a:gd name="connsiteY0" fmla="*/ 0 h 832066"/>
              <a:gd name="connsiteX1" fmla="*/ 757637 w 757637"/>
              <a:gd name="connsiteY1" fmla="*/ 87051 h 832066"/>
              <a:gd name="connsiteX2" fmla="*/ 695518 w 757637"/>
              <a:gd name="connsiteY2" fmla="*/ 470422 h 832066"/>
              <a:gd name="connsiteX3" fmla="*/ 470578 w 757637"/>
              <a:gd name="connsiteY3" fmla="*/ 798746 h 832066"/>
              <a:gd name="connsiteX4" fmla="*/ 400666 w 757637"/>
              <a:gd name="connsiteY4" fmla="*/ 832066 h 832066"/>
              <a:gd name="connsiteX5" fmla="*/ 0 w 757637"/>
              <a:gd name="connsiteY5" fmla="*/ 0 h 832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2066">
                <a:moveTo>
                  <a:pt x="0" y="0"/>
                </a:moveTo>
                <a:lnTo>
                  <a:pt x="757637" y="87051"/>
                </a:lnTo>
                <a:lnTo>
                  <a:pt x="695518" y="470422"/>
                </a:lnTo>
                <a:cubicBezTo>
                  <a:pt x="672395" y="611853"/>
                  <a:pt x="587369" y="730014"/>
                  <a:pt x="470578" y="798746"/>
                </a:cubicBezTo>
                <a:lnTo>
                  <a:pt x="400666" y="832066"/>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2" name="Freeform: Shape 14">
            <a:extLst>
              <a:ext uri="{FF2B5EF4-FFF2-40B4-BE49-F238E27FC236}">
                <a16:creationId xmlns:a16="http://schemas.microsoft.com/office/drawing/2014/main" id="{BDA6D1CE-2087-4BE6-8389-223BBA11F876}"/>
              </a:ext>
            </a:extLst>
          </p:cNvPr>
          <p:cNvSpPr/>
          <p:nvPr/>
        </p:nvSpPr>
        <p:spPr>
          <a:xfrm>
            <a:off x="3425018" y="2143831"/>
            <a:ext cx="358299" cy="392952"/>
          </a:xfrm>
          <a:custGeom>
            <a:avLst/>
            <a:gdLst>
              <a:gd name="connsiteX0" fmla="*/ 180180 w 757637"/>
              <a:gd name="connsiteY0" fmla="*/ 0 h 1943071"/>
              <a:gd name="connsiteX1" fmla="*/ 757637 w 757637"/>
              <a:gd name="connsiteY1" fmla="*/ 1199209 h 1943071"/>
              <a:gd name="connsiteX2" fmla="*/ 695767 w 757637"/>
              <a:gd name="connsiteY2" fmla="*/ 1581044 h 1943071"/>
              <a:gd name="connsiteX3" fmla="*/ 470827 w 757637"/>
              <a:gd name="connsiteY3" fmla="*/ 1909368 h 1943071"/>
              <a:gd name="connsiteX4" fmla="*/ 400110 w 757637"/>
              <a:gd name="connsiteY4" fmla="*/ 1943071 h 1943071"/>
              <a:gd name="connsiteX5" fmla="*/ 0 w 757637"/>
              <a:gd name="connsiteY5" fmla="*/ 1112159 h 1943071"/>
              <a:gd name="connsiteX0" fmla="*/ 0 w 757637"/>
              <a:gd name="connsiteY0" fmla="*/ 0 h 830912"/>
              <a:gd name="connsiteX1" fmla="*/ 757637 w 757637"/>
              <a:gd name="connsiteY1" fmla="*/ 87050 h 830912"/>
              <a:gd name="connsiteX2" fmla="*/ 695767 w 757637"/>
              <a:gd name="connsiteY2" fmla="*/ 468885 h 830912"/>
              <a:gd name="connsiteX3" fmla="*/ 470827 w 757637"/>
              <a:gd name="connsiteY3" fmla="*/ 797209 h 830912"/>
              <a:gd name="connsiteX4" fmla="*/ 400110 w 757637"/>
              <a:gd name="connsiteY4" fmla="*/ 830912 h 830912"/>
              <a:gd name="connsiteX5" fmla="*/ 0 w 757637"/>
              <a:gd name="connsiteY5" fmla="*/ 0 h 830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0912">
                <a:moveTo>
                  <a:pt x="0" y="0"/>
                </a:moveTo>
                <a:lnTo>
                  <a:pt x="757637" y="87050"/>
                </a:lnTo>
                <a:lnTo>
                  <a:pt x="695767" y="468885"/>
                </a:lnTo>
                <a:cubicBezTo>
                  <a:pt x="672644" y="610316"/>
                  <a:pt x="587618" y="728477"/>
                  <a:pt x="470827" y="797209"/>
                </a:cubicBezTo>
                <a:lnTo>
                  <a:pt x="400110" y="830912"/>
                </a:lnTo>
                <a:lnTo>
                  <a:pt x="0" y="0"/>
                </a:lnTo>
                <a:close/>
              </a:path>
            </a:pathLst>
          </a:custGeom>
          <a:solidFill>
            <a:schemeClr val="bg2"/>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3" name="Freeform: Shape 15">
            <a:extLst>
              <a:ext uri="{FF2B5EF4-FFF2-40B4-BE49-F238E27FC236}">
                <a16:creationId xmlns:a16="http://schemas.microsoft.com/office/drawing/2014/main" id="{23585F9E-FD1E-4B82-A8FB-450B8FB09CCD}"/>
              </a:ext>
            </a:extLst>
          </p:cNvPr>
          <p:cNvSpPr/>
          <p:nvPr/>
        </p:nvSpPr>
        <p:spPr>
          <a:xfrm>
            <a:off x="4308869" y="2140359"/>
            <a:ext cx="358299" cy="395558"/>
          </a:xfrm>
          <a:custGeom>
            <a:avLst/>
            <a:gdLst>
              <a:gd name="connsiteX0" fmla="*/ 180180 w 757637"/>
              <a:gd name="connsiteY0" fmla="*/ 0 h 1948581"/>
              <a:gd name="connsiteX1" fmla="*/ 757637 w 757637"/>
              <a:gd name="connsiteY1" fmla="*/ 1199210 h 1948581"/>
              <a:gd name="connsiteX2" fmla="*/ 694578 w 757637"/>
              <a:gd name="connsiteY2" fmla="*/ 1588385 h 1948581"/>
              <a:gd name="connsiteX3" fmla="*/ 469638 w 757637"/>
              <a:gd name="connsiteY3" fmla="*/ 1916709 h 1948581"/>
              <a:gd name="connsiteX4" fmla="*/ 402763 w 757637"/>
              <a:gd name="connsiteY4" fmla="*/ 1948581 h 1948581"/>
              <a:gd name="connsiteX5" fmla="*/ 0 w 757637"/>
              <a:gd name="connsiteY5" fmla="*/ 1112160 h 1948581"/>
              <a:gd name="connsiteX0" fmla="*/ 0 w 757637"/>
              <a:gd name="connsiteY0" fmla="*/ 0 h 836421"/>
              <a:gd name="connsiteX1" fmla="*/ 757637 w 757637"/>
              <a:gd name="connsiteY1" fmla="*/ 87050 h 836421"/>
              <a:gd name="connsiteX2" fmla="*/ 694578 w 757637"/>
              <a:gd name="connsiteY2" fmla="*/ 476225 h 836421"/>
              <a:gd name="connsiteX3" fmla="*/ 469638 w 757637"/>
              <a:gd name="connsiteY3" fmla="*/ 804549 h 836421"/>
              <a:gd name="connsiteX4" fmla="*/ 402763 w 757637"/>
              <a:gd name="connsiteY4" fmla="*/ 836421 h 836421"/>
              <a:gd name="connsiteX5" fmla="*/ 0 w 757637"/>
              <a:gd name="connsiteY5" fmla="*/ 0 h 836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7637" h="836421">
                <a:moveTo>
                  <a:pt x="0" y="0"/>
                </a:moveTo>
                <a:lnTo>
                  <a:pt x="757637" y="87050"/>
                </a:lnTo>
                <a:lnTo>
                  <a:pt x="694578" y="476225"/>
                </a:lnTo>
                <a:cubicBezTo>
                  <a:pt x="671455" y="617656"/>
                  <a:pt x="586429" y="735817"/>
                  <a:pt x="469638" y="804549"/>
                </a:cubicBezTo>
                <a:lnTo>
                  <a:pt x="402763" y="836421"/>
                </a:lnTo>
                <a:lnTo>
                  <a:pt x="0" y="0"/>
                </a:lnTo>
                <a:close/>
              </a:path>
            </a:pathLst>
          </a:custGeom>
          <a:solidFill>
            <a:schemeClr val="tx1">
              <a:alpha val="20000"/>
            </a:schemeClr>
          </a:solidFill>
          <a:ln w="12700">
            <a:miter lim="400000"/>
          </a:ln>
        </p:spPr>
        <p:txBody>
          <a:bodyPr wrap="square" lIns="18018" tIns="18018" rIns="18018" bIns="18018" anchor="ctr">
            <a:no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4" name="Shape">
            <a:extLst>
              <a:ext uri="{FF2B5EF4-FFF2-40B4-BE49-F238E27FC236}">
                <a16:creationId xmlns:a16="http://schemas.microsoft.com/office/drawing/2014/main" id="{C91C132F-6D17-48E3-A24B-C8749AA0D1DC}"/>
              </a:ext>
            </a:extLst>
          </p:cNvPr>
          <p:cNvSpPr/>
          <p:nvPr/>
        </p:nvSpPr>
        <p:spPr>
          <a:xfrm>
            <a:off x="660207" y="1618209"/>
            <a:ext cx="615471"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5" name="Shape">
            <a:extLst>
              <a:ext uri="{FF2B5EF4-FFF2-40B4-BE49-F238E27FC236}">
                <a16:creationId xmlns:a16="http://schemas.microsoft.com/office/drawing/2014/main" id="{808A24AA-D792-4758-BDD1-744C2584943C}"/>
              </a:ext>
            </a:extLst>
          </p:cNvPr>
          <p:cNvSpPr/>
          <p:nvPr/>
        </p:nvSpPr>
        <p:spPr>
          <a:xfrm>
            <a:off x="708863" y="1666866"/>
            <a:ext cx="524903"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6" name="Shape">
            <a:extLst>
              <a:ext uri="{FF2B5EF4-FFF2-40B4-BE49-F238E27FC236}">
                <a16:creationId xmlns:a16="http://schemas.microsoft.com/office/drawing/2014/main" id="{443E6ACA-A9AA-4B43-8775-2B5705F97CE8}"/>
              </a:ext>
            </a:extLst>
          </p:cNvPr>
          <p:cNvSpPr/>
          <p:nvPr/>
        </p:nvSpPr>
        <p:spPr>
          <a:xfrm>
            <a:off x="1558706" y="1618209"/>
            <a:ext cx="615471"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7" name="Shape">
            <a:extLst>
              <a:ext uri="{FF2B5EF4-FFF2-40B4-BE49-F238E27FC236}">
                <a16:creationId xmlns:a16="http://schemas.microsoft.com/office/drawing/2014/main" id="{75D0A903-23EF-4783-A048-E8FB691489E0}"/>
              </a:ext>
            </a:extLst>
          </p:cNvPr>
          <p:cNvSpPr/>
          <p:nvPr/>
        </p:nvSpPr>
        <p:spPr>
          <a:xfrm>
            <a:off x="1597631"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8" name="Shape">
            <a:extLst>
              <a:ext uri="{FF2B5EF4-FFF2-40B4-BE49-F238E27FC236}">
                <a16:creationId xmlns:a16="http://schemas.microsoft.com/office/drawing/2014/main" id="{88736D9D-96F5-4298-95A5-09DC68706129}"/>
              </a:ext>
            </a:extLst>
          </p:cNvPr>
          <p:cNvSpPr/>
          <p:nvPr/>
        </p:nvSpPr>
        <p:spPr>
          <a:xfrm>
            <a:off x="2444247"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69" name="Shape">
            <a:extLst>
              <a:ext uri="{FF2B5EF4-FFF2-40B4-BE49-F238E27FC236}">
                <a16:creationId xmlns:a16="http://schemas.microsoft.com/office/drawing/2014/main" id="{FC1B6971-2241-456B-90B7-251E65B19DE8}"/>
              </a:ext>
            </a:extLst>
          </p:cNvPr>
          <p:cNvSpPr/>
          <p:nvPr/>
        </p:nvSpPr>
        <p:spPr>
          <a:xfrm>
            <a:off x="2483172"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0" name="Shape">
            <a:extLst>
              <a:ext uri="{FF2B5EF4-FFF2-40B4-BE49-F238E27FC236}">
                <a16:creationId xmlns:a16="http://schemas.microsoft.com/office/drawing/2014/main" id="{45B58B32-19F2-4B0B-8A79-9E29234AFD1E}"/>
              </a:ext>
            </a:extLst>
          </p:cNvPr>
          <p:cNvSpPr/>
          <p:nvPr/>
        </p:nvSpPr>
        <p:spPr>
          <a:xfrm>
            <a:off x="3329788"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1" name="Shape">
            <a:extLst>
              <a:ext uri="{FF2B5EF4-FFF2-40B4-BE49-F238E27FC236}">
                <a16:creationId xmlns:a16="http://schemas.microsoft.com/office/drawing/2014/main" id="{B2DC019C-FF64-4938-8DAD-501F394050E4}"/>
              </a:ext>
            </a:extLst>
          </p:cNvPr>
          <p:cNvSpPr/>
          <p:nvPr/>
        </p:nvSpPr>
        <p:spPr>
          <a:xfrm>
            <a:off x="3378444" y="1666866"/>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chemeClr val="bg1"/>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2" name="Shape">
            <a:extLst>
              <a:ext uri="{FF2B5EF4-FFF2-40B4-BE49-F238E27FC236}">
                <a16:creationId xmlns:a16="http://schemas.microsoft.com/office/drawing/2014/main" id="{8C9BE5F0-8953-4CC5-94D8-693BAC7BFA74}"/>
              </a:ext>
            </a:extLst>
          </p:cNvPr>
          <p:cNvSpPr/>
          <p:nvPr/>
        </p:nvSpPr>
        <p:spPr>
          <a:xfrm>
            <a:off x="4215329" y="1618209"/>
            <a:ext cx="615470" cy="636135"/>
          </a:xfrm>
          <a:custGeom>
            <a:avLst/>
            <a:gdLst/>
            <a:ahLst/>
            <a:cxnLst>
              <a:cxn ang="0">
                <a:pos x="wd2" y="hd2"/>
              </a:cxn>
              <a:cxn ang="5400000">
                <a:pos x="wd2" y="hd2"/>
              </a:cxn>
              <a:cxn ang="10800000">
                <a:pos x="wd2" y="hd2"/>
              </a:cxn>
              <a:cxn ang="16200000">
                <a:pos x="wd2" y="hd2"/>
              </a:cxn>
            </a:cxnLst>
            <a:rect l="0" t="0" r="r" b="b"/>
            <a:pathLst>
              <a:path w="21246" h="21138" extrusionOk="0">
                <a:moveTo>
                  <a:pt x="19910" y="5363"/>
                </a:moveTo>
                <a:lnTo>
                  <a:pt x="14267" y="836"/>
                </a:lnTo>
                <a:cubicBezTo>
                  <a:pt x="13259" y="28"/>
                  <a:pt x="11848" y="-231"/>
                  <a:pt x="10605" y="222"/>
                </a:cubicBezTo>
                <a:lnTo>
                  <a:pt x="3685" y="2679"/>
                </a:lnTo>
                <a:cubicBezTo>
                  <a:pt x="2442" y="3132"/>
                  <a:pt x="1535" y="4167"/>
                  <a:pt x="1300" y="5428"/>
                </a:cubicBezTo>
                <a:lnTo>
                  <a:pt x="57" y="12412"/>
                </a:lnTo>
                <a:cubicBezTo>
                  <a:pt x="-178" y="13673"/>
                  <a:pt x="326" y="14967"/>
                  <a:pt x="1334" y="15775"/>
                </a:cubicBezTo>
                <a:lnTo>
                  <a:pt x="6977" y="20302"/>
                </a:lnTo>
                <a:cubicBezTo>
                  <a:pt x="7985" y="21110"/>
                  <a:pt x="9396" y="21369"/>
                  <a:pt x="10639" y="20916"/>
                </a:cubicBezTo>
                <a:lnTo>
                  <a:pt x="17559" y="18459"/>
                </a:lnTo>
                <a:cubicBezTo>
                  <a:pt x="18802" y="18006"/>
                  <a:pt x="19709" y="16971"/>
                  <a:pt x="19944" y="15710"/>
                </a:cubicBezTo>
                <a:lnTo>
                  <a:pt x="21187" y="8726"/>
                </a:lnTo>
                <a:cubicBezTo>
                  <a:pt x="21422" y="7465"/>
                  <a:pt x="20952" y="6171"/>
                  <a:pt x="19910" y="5363"/>
                </a:cubicBezTo>
                <a:close/>
              </a:path>
            </a:pathLst>
          </a:custGeom>
          <a:solidFill>
            <a:schemeClr val="accent6"/>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3" name="Shape">
            <a:extLst>
              <a:ext uri="{FF2B5EF4-FFF2-40B4-BE49-F238E27FC236}">
                <a16:creationId xmlns:a16="http://schemas.microsoft.com/office/drawing/2014/main" id="{AD34BF70-DB80-4CC6-AB1C-4E5E944062A3}"/>
              </a:ext>
            </a:extLst>
          </p:cNvPr>
          <p:cNvSpPr/>
          <p:nvPr/>
        </p:nvSpPr>
        <p:spPr>
          <a:xfrm>
            <a:off x="1373813"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4" name="Shape">
            <a:extLst>
              <a:ext uri="{FF2B5EF4-FFF2-40B4-BE49-F238E27FC236}">
                <a16:creationId xmlns:a16="http://schemas.microsoft.com/office/drawing/2014/main" id="{7D24C5A5-98D3-4EBE-82B7-A4087D05D912}"/>
              </a:ext>
            </a:extLst>
          </p:cNvPr>
          <p:cNvSpPr/>
          <p:nvPr/>
        </p:nvSpPr>
        <p:spPr>
          <a:xfrm>
            <a:off x="2259354"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424"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5" name="Shape">
            <a:extLst>
              <a:ext uri="{FF2B5EF4-FFF2-40B4-BE49-F238E27FC236}">
                <a16:creationId xmlns:a16="http://schemas.microsoft.com/office/drawing/2014/main" id="{5D4B2222-BE7F-461D-A972-AF34EB379FC1}"/>
              </a:ext>
            </a:extLst>
          </p:cNvPr>
          <p:cNvSpPr/>
          <p:nvPr/>
        </p:nvSpPr>
        <p:spPr>
          <a:xfrm>
            <a:off x="3144895"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3"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6" name="Shape">
            <a:extLst>
              <a:ext uri="{FF2B5EF4-FFF2-40B4-BE49-F238E27FC236}">
                <a16:creationId xmlns:a16="http://schemas.microsoft.com/office/drawing/2014/main" id="{079FD2A6-2736-4F63-A8AF-A598FC48C104}"/>
              </a:ext>
            </a:extLst>
          </p:cNvPr>
          <p:cNvSpPr/>
          <p:nvPr/>
        </p:nvSpPr>
        <p:spPr>
          <a:xfrm>
            <a:off x="4030435" y="1851759"/>
            <a:ext cx="110784" cy="148613"/>
          </a:xfrm>
          <a:custGeom>
            <a:avLst/>
            <a:gdLst/>
            <a:ahLst/>
            <a:cxnLst>
              <a:cxn ang="0">
                <a:pos x="wd2" y="hd2"/>
              </a:cxn>
              <a:cxn ang="5400000">
                <a:pos x="wd2" y="hd2"/>
              </a:cxn>
              <a:cxn ang="10800000">
                <a:pos x="wd2" y="hd2"/>
              </a:cxn>
              <a:cxn ang="16200000">
                <a:pos x="wd2" y="hd2"/>
              </a:cxn>
            </a:cxnLst>
            <a:rect l="0" t="0" r="r" b="b"/>
            <a:pathLst>
              <a:path w="20664" h="20363" extrusionOk="0">
                <a:moveTo>
                  <a:pt x="153" y="1988"/>
                </a:moveTo>
                <a:cubicBezTo>
                  <a:pt x="1605" y="4521"/>
                  <a:pt x="2331" y="7188"/>
                  <a:pt x="2331" y="10121"/>
                </a:cubicBezTo>
                <a:cubicBezTo>
                  <a:pt x="2331" y="13054"/>
                  <a:pt x="1605" y="15721"/>
                  <a:pt x="153" y="18254"/>
                </a:cubicBezTo>
                <a:cubicBezTo>
                  <a:pt x="-573" y="19588"/>
                  <a:pt x="1424" y="20921"/>
                  <a:pt x="3239" y="20121"/>
                </a:cubicBezTo>
                <a:lnTo>
                  <a:pt x="19575" y="11721"/>
                </a:lnTo>
                <a:cubicBezTo>
                  <a:pt x="21027" y="11054"/>
                  <a:pt x="21027" y="9454"/>
                  <a:pt x="19575" y="8788"/>
                </a:cubicBezTo>
                <a:lnTo>
                  <a:pt x="3239" y="388"/>
                </a:lnTo>
                <a:cubicBezTo>
                  <a:pt x="1605" y="-679"/>
                  <a:pt x="-573" y="654"/>
                  <a:pt x="153" y="1988"/>
                </a:cubicBezTo>
                <a:close/>
              </a:path>
            </a:pathLst>
          </a:custGeom>
          <a:solidFill>
            <a:schemeClr val="bg2"/>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defRPr sz="3000">
                <a:solidFill>
                  <a:srgbClr val="FFFFFF"/>
                </a:solidFill>
                <a:effectLst>
                  <a:outerShdw blurRad="38100" dist="12700" dir="5400000" rotWithShape="0">
                    <a:srgbClr val="000000">
                      <a:alpha val="50000"/>
                    </a:srgbClr>
                  </a:outerShdw>
                </a:effectLst>
              </a:defRPr>
            </a:pPr>
            <a:endParaRPr sz="1419"/>
          </a:p>
        </p:txBody>
      </p:sp>
      <p:sp>
        <p:nvSpPr>
          <p:cNvPr id="77" name="TextBox 29">
            <a:extLst>
              <a:ext uri="{FF2B5EF4-FFF2-40B4-BE49-F238E27FC236}">
                <a16:creationId xmlns:a16="http://schemas.microsoft.com/office/drawing/2014/main" id="{7011DA63-FACA-49B8-B1EC-59014C6C2808}"/>
              </a:ext>
            </a:extLst>
          </p:cNvPr>
          <p:cNvSpPr txBox="1"/>
          <p:nvPr/>
        </p:nvSpPr>
        <p:spPr>
          <a:xfrm>
            <a:off x="789990" y="1795910"/>
            <a:ext cx="369613" cy="276999"/>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a:solidFill>
                  <a:schemeClr val="tx1">
                    <a:lumMod val="85000"/>
                    <a:lumOff val="15000"/>
                  </a:schemeClr>
                </a:solidFill>
              </a:rPr>
              <a:t>01</a:t>
            </a:r>
          </a:p>
        </p:txBody>
      </p:sp>
      <p:sp>
        <p:nvSpPr>
          <p:cNvPr id="79" name="TextBox 31">
            <a:extLst>
              <a:ext uri="{FF2B5EF4-FFF2-40B4-BE49-F238E27FC236}">
                <a16:creationId xmlns:a16="http://schemas.microsoft.com/office/drawing/2014/main" id="{948F074E-BF90-4D71-A4C1-1128C4B42553}"/>
              </a:ext>
            </a:extLst>
          </p:cNvPr>
          <p:cNvSpPr txBox="1"/>
          <p:nvPr/>
        </p:nvSpPr>
        <p:spPr>
          <a:xfrm>
            <a:off x="2576516" y="1785961"/>
            <a:ext cx="337975"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03</a:t>
            </a:r>
          </a:p>
        </p:txBody>
      </p:sp>
      <p:sp>
        <p:nvSpPr>
          <p:cNvPr id="80" name="TextBox 32">
            <a:extLst>
              <a:ext uri="{FF2B5EF4-FFF2-40B4-BE49-F238E27FC236}">
                <a16:creationId xmlns:a16="http://schemas.microsoft.com/office/drawing/2014/main" id="{004A3330-B5B2-4DCB-ABCF-6065EEB725FB}"/>
              </a:ext>
            </a:extLst>
          </p:cNvPr>
          <p:cNvSpPr txBox="1"/>
          <p:nvPr/>
        </p:nvSpPr>
        <p:spPr>
          <a:xfrm>
            <a:off x="4463847" y="1325076"/>
            <a:ext cx="370656" cy="237886"/>
          </a:xfrm>
          <a:prstGeom prst="rect">
            <a:avLst/>
          </a:prstGeom>
          <a:no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endParaRPr lang="en-US" sz="946" b="1">
              <a:solidFill>
                <a:schemeClr val="tx1">
                  <a:lumMod val="85000"/>
                  <a:lumOff val="15000"/>
                </a:schemeClr>
              </a:solidFill>
            </a:endParaRPr>
          </a:p>
        </p:txBody>
      </p:sp>
      <p:grpSp>
        <p:nvGrpSpPr>
          <p:cNvPr id="81" name="Group 33">
            <a:extLst>
              <a:ext uri="{FF2B5EF4-FFF2-40B4-BE49-F238E27FC236}">
                <a16:creationId xmlns:a16="http://schemas.microsoft.com/office/drawing/2014/main" id="{7EEA0960-EF54-4FA8-8A2D-834016195719}"/>
              </a:ext>
            </a:extLst>
          </p:cNvPr>
          <p:cNvGrpSpPr/>
          <p:nvPr/>
        </p:nvGrpSpPr>
        <p:grpSpPr>
          <a:xfrm>
            <a:off x="245275" y="2643365"/>
            <a:ext cx="1089430" cy="400403"/>
            <a:chOff x="332933" y="2620027"/>
            <a:chExt cx="2926083" cy="846667"/>
          </a:xfrm>
        </p:grpSpPr>
        <p:sp>
          <p:nvSpPr>
            <p:cNvPr id="82" name="TextBox 34">
              <a:extLst>
                <a:ext uri="{FF2B5EF4-FFF2-40B4-BE49-F238E27FC236}">
                  <a16:creationId xmlns:a16="http://schemas.microsoft.com/office/drawing/2014/main" id="{99866BB6-E63D-4397-B4A6-C3881E7ACABA}"/>
                </a:ext>
              </a:extLst>
            </p:cNvPr>
            <p:cNvSpPr txBox="1"/>
            <p:nvPr/>
          </p:nvSpPr>
          <p:spPr>
            <a:xfrm>
              <a:off x="332933" y="2620027"/>
              <a:ext cx="2926080" cy="564573"/>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noProof="1"/>
                <a:t>Operative Context</a:t>
              </a:r>
            </a:p>
          </p:txBody>
        </p:sp>
        <p:sp>
          <p:nvSpPr>
            <p:cNvPr id="83" name="TextBox 35">
              <a:extLst>
                <a:ext uri="{FF2B5EF4-FFF2-40B4-BE49-F238E27FC236}">
                  <a16:creationId xmlns:a16="http://schemas.microsoft.com/office/drawing/2014/main" id="{1F21F5B6-4CE9-4331-AC2B-65E098007B29}"/>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84" name="TextBox 36">
            <a:extLst>
              <a:ext uri="{FF2B5EF4-FFF2-40B4-BE49-F238E27FC236}">
                <a16:creationId xmlns:a16="http://schemas.microsoft.com/office/drawing/2014/main" id="{F245064A-3922-4B9E-AD5F-2BA27FA5060F}"/>
              </a:ext>
            </a:extLst>
          </p:cNvPr>
          <p:cNvSpPr txBox="1"/>
          <p:nvPr/>
        </p:nvSpPr>
        <p:spPr>
          <a:xfrm>
            <a:off x="2254621" y="2684594"/>
            <a:ext cx="1448954" cy="22576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dirty="0">
                <a:solidFill>
                  <a:srgbClr val="3B3535"/>
                </a:solidFill>
                <a:ea typeface="Sora Semi Bold" pitchFamily="34" charset="-122"/>
                <a:cs typeface="Sora Semi Bold" pitchFamily="34" charset="-120"/>
              </a:rPr>
              <a:t>Proposed System</a:t>
            </a:r>
          </a:p>
        </p:txBody>
      </p:sp>
      <p:sp>
        <p:nvSpPr>
          <p:cNvPr id="85" name="TextBox 38">
            <a:extLst>
              <a:ext uri="{FF2B5EF4-FFF2-40B4-BE49-F238E27FC236}">
                <a16:creationId xmlns:a16="http://schemas.microsoft.com/office/drawing/2014/main" id="{8C58C64F-9C17-42FA-BA25-3240332857A0}"/>
              </a:ext>
            </a:extLst>
          </p:cNvPr>
          <p:cNvSpPr txBox="1"/>
          <p:nvPr/>
        </p:nvSpPr>
        <p:spPr>
          <a:xfrm>
            <a:off x="4245974" y="2588081"/>
            <a:ext cx="1089429" cy="482248"/>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nSpc>
                <a:spcPts val="1044"/>
              </a:lnSpc>
            </a:pPr>
            <a:r>
              <a:rPr lang="en-US" sz="1100" b="1" dirty="0">
                <a:solidFill>
                  <a:srgbClr val="3B3535"/>
                </a:solidFill>
                <a:ea typeface="Sora Semi Bold" pitchFamily="34" charset="-122"/>
                <a:cs typeface="Sora Semi Bold" pitchFamily="34" charset="-120"/>
              </a:rPr>
              <a:t>Conclusions, Limitations and Future Work</a:t>
            </a:r>
            <a:endParaRPr lang="en-US" sz="1100" b="1" dirty="0"/>
          </a:p>
        </p:txBody>
      </p:sp>
      <p:grpSp>
        <p:nvGrpSpPr>
          <p:cNvPr id="86" name="Group 40">
            <a:extLst>
              <a:ext uri="{FF2B5EF4-FFF2-40B4-BE49-F238E27FC236}">
                <a16:creationId xmlns:a16="http://schemas.microsoft.com/office/drawing/2014/main" id="{036EA2D6-7D2B-4BD5-BFFE-815965A35B99}"/>
              </a:ext>
            </a:extLst>
          </p:cNvPr>
          <p:cNvGrpSpPr/>
          <p:nvPr/>
        </p:nvGrpSpPr>
        <p:grpSpPr>
          <a:xfrm>
            <a:off x="1482835" y="722003"/>
            <a:ext cx="1376480" cy="640848"/>
            <a:chOff x="332936" y="2111597"/>
            <a:chExt cx="3697066" cy="1355097"/>
          </a:xfrm>
        </p:grpSpPr>
        <p:sp>
          <p:nvSpPr>
            <p:cNvPr id="87" name="TextBox 41">
              <a:extLst>
                <a:ext uri="{FF2B5EF4-FFF2-40B4-BE49-F238E27FC236}">
                  <a16:creationId xmlns:a16="http://schemas.microsoft.com/office/drawing/2014/main" id="{B2D7BC7B-6293-48A4-BD3A-3A393DCFA6DE}"/>
                </a:ext>
              </a:extLst>
            </p:cNvPr>
            <p:cNvSpPr txBox="1"/>
            <p:nvPr/>
          </p:nvSpPr>
          <p:spPr>
            <a:xfrm>
              <a:off x="457679" y="2111597"/>
              <a:ext cx="3572323" cy="911127"/>
            </a:xfrm>
            <a:prstGeom prst="rect">
              <a:avLst/>
            </a:prstGeom>
            <a:noFill/>
          </p:spPr>
          <p:txBody>
            <a:bodyPr wrap="square" lIns="0" rIns="0" rtlCol="0" anchor="b">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r>
                <a:rPr lang="en-US" sz="1100" dirty="0">
                  <a:latin typeface="+mj-lt"/>
                  <a:ea typeface="Calibri"/>
                  <a:cs typeface="Calibri"/>
                </a:rPr>
                <a:t>Foundation and Existing Approaches</a:t>
              </a:r>
              <a:endParaRPr lang="en-US" sz="1100" dirty="0">
                <a:latin typeface="+mj-lt"/>
              </a:endParaRPr>
            </a:p>
          </p:txBody>
        </p:sp>
        <p:sp>
          <p:nvSpPr>
            <p:cNvPr id="88" name="TextBox 42">
              <a:extLst>
                <a:ext uri="{FF2B5EF4-FFF2-40B4-BE49-F238E27FC236}">
                  <a16:creationId xmlns:a16="http://schemas.microsoft.com/office/drawing/2014/main" id="{500D2EEF-5D13-4501-8F4F-A25005E58A36}"/>
                </a:ext>
              </a:extLst>
            </p:cNvPr>
            <p:cNvSpPr txBox="1"/>
            <p:nvPr/>
          </p:nvSpPr>
          <p:spPr>
            <a:xfrm>
              <a:off x="332936" y="3086921"/>
              <a:ext cx="2926080" cy="379773"/>
            </a:xfrm>
            <a:prstGeom prst="rect">
              <a:avLst/>
            </a:prstGeom>
            <a:noFill/>
          </p:spPr>
          <p:txBody>
            <a:bodyPr wrap="square" lIns="0" rIns="0" rtlCol="0" anchor="t">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just"/>
              <a:endParaRPr lang="en-US" sz="567" noProof="1">
                <a:solidFill>
                  <a:schemeClr val="tx1">
                    <a:lumMod val="65000"/>
                    <a:lumOff val="35000"/>
                  </a:schemeClr>
                </a:solidFill>
              </a:endParaRPr>
            </a:p>
          </p:txBody>
        </p:sp>
      </p:grpSp>
      <p:sp>
        <p:nvSpPr>
          <p:cNvPr id="89" name="TextBox 43">
            <a:extLst>
              <a:ext uri="{FF2B5EF4-FFF2-40B4-BE49-F238E27FC236}">
                <a16:creationId xmlns:a16="http://schemas.microsoft.com/office/drawing/2014/main" id="{C891E03C-2AC1-4F68-A472-6D7AAE72D747}"/>
              </a:ext>
            </a:extLst>
          </p:cNvPr>
          <p:cNvSpPr txBox="1"/>
          <p:nvPr/>
        </p:nvSpPr>
        <p:spPr>
          <a:xfrm>
            <a:off x="3438475" y="1803604"/>
            <a:ext cx="362694"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solidFill>
                  <a:schemeClr val="tx1">
                    <a:lumMod val="85000"/>
                    <a:lumOff val="15000"/>
                  </a:schemeClr>
                </a:solidFill>
              </a:rPr>
              <a:t>04</a:t>
            </a:r>
          </a:p>
        </p:txBody>
      </p:sp>
      <p:sp>
        <p:nvSpPr>
          <p:cNvPr id="90" name="Shape">
            <a:extLst>
              <a:ext uri="{FF2B5EF4-FFF2-40B4-BE49-F238E27FC236}">
                <a16:creationId xmlns:a16="http://schemas.microsoft.com/office/drawing/2014/main" id="{11037EE7-CE57-42F0-9FB5-81CA29300359}"/>
              </a:ext>
            </a:extLst>
          </p:cNvPr>
          <p:cNvSpPr/>
          <p:nvPr/>
        </p:nvSpPr>
        <p:spPr>
          <a:xfrm>
            <a:off x="4256159" y="1673443"/>
            <a:ext cx="524900" cy="541742"/>
          </a:xfrm>
          <a:custGeom>
            <a:avLst/>
            <a:gdLst/>
            <a:ahLst/>
            <a:cxnLst>
              <a:cxn ang="0">
                <a:pos x="wd2" y="hd2"/>
              </a:cxn>
              <a:cxn ang="5400000">
                <a:pos x="wd2" y="hd2"/>
              </a:cxn>
              <a:cxn ang="10800000">
                <a:pos x="wd2" y="hd2"/>
              </a:cxn>
              <a:cxn ang="16200000">
                <a:pos x="wd2" y="hd2"/>
              </a:cxn>
            </a:cxnLst>
            <a:rect l="0" t="0" r="r" b="b"/>
            <a:pathLst>
              <a:path w="21184" h="21059" extrusionOk="0">
                <a:moveTo>
                  <a:pt x="19625" y="5102"/>
                </a:moveTo>
                <a:lnTo>
                  <a:pt x="14519" y="978"/>
                </a:lnTo>
                <a:cubicBezTo>
                  <a:pt x="13341" y="33"/>
                  <a:pt x="11692" y="-270"/>
                  <a:pt x="10239" y="260"/>
                </a:cubicBezTo>
                <a:lnTo>
                  <a:pt x="3994" y="2491"/>
                </a:lnTo>
                <a:cubicBezTo>
                  <a:pt x="2541" y="3021"/>
                  <a:pt x="1481" y="4232"/>
                  <a:pt x="1206" y="5707"/>
                </a:cubicBezTo>
                <a:lnTo>
                  <a:pt x="67" y="12024"/>
                </a:lnTo>
                <a:cubicBezTo>
                  <a:pt x="-208" y="13500"/>
                  <a:pt x="381" y="15013"/>
                  <a:pt x="1559" y="15958"/>
                </a:cubicBezTo>
                <a:lnTo>
                  <a:pt x="6665" y="20082"/>
                </a:lnTo>
                <a:cubicBezTo>
                  <a:pt x="7843" y="21027"/>
                  <a:pt x="9492" y="21330"/>
                  <a:pt x="10945" y="20800"/>
                </a:cubicBezTo>
                <a:lnTo>
                  <a:pt x="17190" y="18569"/>
                </a:lnTo>
                <a:cubicBezTo>
                  <a:pt x="18643" y="18039"/>
                  <a:pt x="19703" y="16828"/>
                  <a:pt x="19978" y="15353"/>
                </a:cubicBezTo>
                <a:lnTo>
                  <a:pt x="21117" y="9036"/>
                </a:lnTo>
                <a:cubicBezTo>
                  <a:pt x="21392" y="7560"/>
                  <a:pt x="20803" y="6047"/>
                  <a:pt x="19625" y="5102"/>
                </a:cubicBezTo>
                <a:close/>
              </a:path>
            </a:pathLst>
          </a:custGeom>
          <a:solidFill>
            <a:srgbClr val="FFFFFF"/>
          </a:solidFill>
          <a:ln w="12700">
            <a:miter lim="400000"/>
          </a:ln>
        </p:spPr>
        <p:txBody>
          <a:bodyPr lIns="18018" tIns="18018" rIns="18018" bIns="18018" anchor="ct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200" b="1" dirty="0">
                <a:solidFill>
                  <a:schemeClr val="tx1">
                    <a:lumMod val="85000"/>
                    <a:lumOff val="15000"/>
                  </a:schemeClr>
                </a:solidFill>
              </a:rPr>
              <a:t>05</a:t>
            </a:r>
          </a:p>
        </p:txBody>
      </p:sp>
      <p:sp>
        <p:nvSpPr>
          <p:cNvPr id="91" name="TextBox 45">
            <a:extLst>
              <a:ext uri="{FF2B5EF4-FFF2-40B4-BE49-F238E27FC236}">
                <a16:creationId xmlns:a16="http://schemas.microsoft.com/office/drawing/2014/main" id="{9AD44760-4DBF-45AE-A7CF-FA64612FF966}"/>
              </a:ext>
            </a:extLst>
          </p:cNvPr>
          <p:cNvSpPr txBox="1"/>
          <p:nvPr/>
        </p:nvSpPr>
        <p:spPr>
          <a:xfrm>
            <a:off x="1687762" y="1811299"/>
            <a:ext cx="337975" cy="261610"/>
          </a:xfrm>
          <a:prstGeom prst="rect">
            <a:avLst/>
          </a:prstGeom>
          <a:solidFill>
            <a:schemeClr val="bg1"/>
          </a:solidFill>
        </p:spPr>
        <p:txBody>
          <a:bodyPr wrap="square" rtlCol="0" anchor="ctr">
            <a:spAutoFit/>
          </a:bodyPr>
          <a:lstStyle>
            <a:defPPr>
              <a:defRPr lang="it-IT"/>
            </a:defPPr>
            <a:lvl1pPr marL="0" algn="l" defTabSz="432511" rtl="0" eaLnBrk="1" latinLnBrk="0" hangingPunct="1">
              <a:defRPr sz="851" kern="1200">
                <a:solidFill>
                  <a:schemeClr val="tx1"/>
                </a:solidFill>
                <a:latin typeface="+mn-lt"/>
                <a:ea typeface="+mn-ea"/>
                <a:cs typeface="+mn-cs"/>
              </a:defRPr>
            </a:lvl1pPr>
            <a:lvl2pPr marL="216256" algn="l" defTabSz="432511" rtl="0" eaLnBrk="1" latinLnBrk="0" hangingPunct="1">
              <a:defRPr sz="851" kern="1200">
                <a:solidFill>
                  <a:schemeClr val="tx1"/>
                </a:solidFill>
                <a:latin typeface="+mn-lt"/>
                <a:ea typeface="+mn-ea"/>
                <a:cs typeface="+mn-cs"/>
              </a:defRPr>
            </a:lvl2pPr>
            <a:lvl3pPr marL="432511" algn="l" defTabSz="432511" rtl="0" eaLnBrk="1" latinLnBrk="0" hangingPunct="1">
              <a:defRPr sz="851" kern="1200">
                <a:solidFill>
                  <a:schemeClr val="tx1"/>
                </a:solidFill>
                <a:latin typeface="+mn-lt"/>
                <a:ea typeface="+mn-ea"/>
                <a:cs typeface="+mn-cs"/>
              </a:defRPr>
            </a:lvl3pPr>
            <a:lvl4pPr marL="648767" algn="l" defTabSz="432511" rtl="0" eaLnBrk="1" latinLnBrk="0" hangingPunct="1">
              <a:defRPr sz="851" kern="1200">
                <a:solidFill>
                  <a:schemeClr val="tx1"/>
                </a:solidFill>
                <a:latin typeface="+mn-lt"/>
                <a:ea typeface="+mn-ea"/>
                <a:cs typeface="+mn-cs"/>
              </a:defRPr>
            </a:lvl4pPr>
            <a:lvl5pPr marL="865022" algn="l" defTabSz="432511" rtl="0" eaLnBrk="1" latinLnBrk="0" hangingPunct="1">
              <a:defRPr sz="851" kern="1200">
                <a:solidFill>
                  <a:schemeClr val="tx1"/>
                </a:solidFill>
                <a:latin typeface="+mn-lt"/>
                <a:ea typeface="+mn-ea"/>
                <a:cs typeface="+mn-cs"/>
              </a:defRPr>
            </a:lvl5pPr>
            <a:lvl6pPr marL="1081278" algn="l" defTabSz="432511" rtl="0" eaLnBrk="1" latinLnBrk="0" hangingPunct="1">
              <a:defRPr sz="851" kern="1200">
                <a:solidFill>
                  <a:schemeClr val="tx1"/>
                </a:solidFill>
                <a:latin typeface="+mn-lt"/>
                <a:ea typeface="+mn-ea"/>
                <a:cs typeface="+mn-cs"/>
              </a:defRPr>
            </a:lvl6pPr>
            <a:lvl7pPr marL="1297534" algn="l" defTabSz="432511" rtl="0" eaLnBrk="1" latinLnBrk="0" hangingPunct="1">
              <a:defRPr sz="851" kern="1200">
                <a:solidFill>
                  <a:schemeClr val="tx1"/>
                </a:solidFill>
                <a:latin typeface="+mn-lt"/>
                <a:ea typeface="+mn-ea"/>
                <a:cs typeface="+mn-cs"/>
              </a:defRPr>
            </a:lvl7pPr>
            <a:lvl8pPr marL="1513789" algn="l" defTabSz="432511" rtl="0" eaLnBrk="1" latinLnBrk="0" hangingPunct="1">
              <a:defRPr sz="851" kern="1200">
                <a:solidFill>
                  <a:schemeClr val="tx1"/>
                </a:solidFill>
                <a:latin typeface="+mn-lt"/>
                <a:ea typeface="+mn-ea"/>
                <a:cs typeface="+mn-cs"/>
              </a:defRPr>
            </a:lvl8pPr>
            <a:lvl9pPr marL="1730045" algn="l" defTabSz="432511" rtl="0" eaLnBrk="1" latinLnBrk="0" hangingPunct="1">
              <a:defRPr sz="851" kern="1200">
                <a:solidFill>
                  <a:schemeClr val="tx1"/>
                </a:solidFill>
                <a:latin typeface="+mn-lt"/>
                <a:ea typeface="+mn-ea"/>
                <a:cs typeface="+mn-cs"/>
              </a:defRPr>
            </a:lvl9pPr>
          </a:lstStyle>
          <a:p>
            <a:pPr algn="ctr"/>
            <a:r>
              <a:rPr lang="en-US" sz="1100" b="1"/>
              <a:t>02</a:t>
            </a:r>
          </a:p>
        </p:txBody>
      </p:sp>
      <p:sp>
        <p:nvSpPr>
          <p:cNvPr id="92" name="TextBox 46">
            <a:extLst>
              <a:ext uri="{FF2B5EF4-FFF2-40B4-BE49-F238E27FC236}">
                <a16:creationId xmlns:a16="http://schemas.microsoft.com/office/drawing/2014/main" id="{D6CBE640-961C-440F-BD93-7A1BD0E5018B}"/>
              </a:ext>
            </a:extLst>
          </p:cNvPr>
          <p:cNvSpPr txBox="1"/>
          <p:nvPr/>
        </p:nvSpPr>
        <p:spPr>
          <a:xfrm>
            <a:off x="3351778" y="896614"/>
            <a:ext cx="1490370" cy="225767"/>
          </a:xfrm>
          <a:prstGeom prst="rect">
            <a:avLst/>
          </a:prstGeom>
          <a:noFill/>
        </p:spPr>
        <p:txBody>
          <a:bodyPr wrap="square">
            <a:spAutoFit/>
          </a:bodyPr>
          <a:lstStyle/>
          <a:p>
            <a:pPr>
              <a:lnSpc>
                <a:spcPts val="1044"/>
              </a:lnSpc>
            </a:pPr>
            <a:r>
              <a:rPr lang="en-US" sz="1100" dirty="0">
                <a:solidFill>
                  <a:srgbClr val="3B3535"/>
                </a:solidFill>
                <a:latin typeface="+mn-lt"/>
                <a:ea typeface="Sora Semi Bold" pitchFamily="34" charset="-122"/>
                <a:cs typeface="Sora Semi Bold" pitchFamily="34" charset="-120"/>
              </a:rPr>
              <a:t>System Evaluation</a:t>
            </a:r>
            <a:endParaRPr lang="en-US" sz="1100" dirty="0">
              <a:latin typeface="+mn-lt"/>
            </a:endParaRPr>
          </a:p>
        </p:txBody>
      </p:sp>
    </p:spTree>
    <p:extLst>
      <p:ext uri="{BB962C8B-B14F-4D97-AF65-F5344CB8AC3E}">
        <p14:creationId xmlns:p14="http://schemas.microsoft.com/office/powerpoint/2010/main" val="1369942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C390-9BA3-E69B-8A70-ED8DAC5F1D5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ADCF6A5-D5F0-4C52-9946-15614F8EC600}"/>
              </a:ext>
            </a:extLst>
          </p:cNvPr>
          <p:cNvSpPr txBox="1"/>
          <p:nvPr/>
        </p:nvSpPr>
        <p:spPr>
          <a:xfrm>
            <a:off x="994577" y="184503"/>
            <a:ext cx="43796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400" b="1" dirty="0">
                <a:solidFill>
                  <a:schemeClr val="accent2">
                    <a:lumMod val="76000"/>
                  </a:schemeClr>
                </a:solidFill>
              </a:rPr>
              <a:t>Conclusions</a:t>
            </a:r>
          </a:p>
        </p:txBody>
      </p:sp>
      <p:sp>
        <p:nvSpPr>
          <p:cNvPr id="6" name="CasellaDiTesto 5">
            <a:extLst>
              <a:ext uri="{FF2B5EF4-FFF2-40B4-BE49-F238E27FC236}">
                <a16:creationId xmlns:a16="http://schemas.microsoft.com/office/drawing/2014/main" id="{EC4B9F7B-8F6C-4C19-963D-EF17160B9B08}"/>
              </a:ext>
            </a:extLst>
          </p:cNvPr>
          <p:cNvSpPr txBox="1"/>
          <p:nvPr/>
        </p:nvSpPr>
        <p:spPr>
          <a:xfrm>
            <a:off x="994577" y="2591945"/>
            <a:ext cx="3995004" cy="338554"/>
          </a:xfrm>
          <a:prstGeom prst="rect">
            <a:avLst/>
          </a:prstGeom>
          <a:noFill/>
        </p:spPr>
        <p:txBody>
          <a:bodyPr wrap="none" rtlCol="0">
            <a:spAutoFit/>
          </a:bodyPr>
          <a:lstStyle/>
          <a:p>
            <a:pPr algn="ctr"/>
            <a:r>
              <a:rPr lang="it-IT" sz="800" dirty="0"/>
              <a:t>The </a:t>
            </a:r>
            <a:r>
              <a:rPr lang="it-IT" sz="800" dirty="0" err="1"/>
              <a:t>observations</a:t>
            </a:r>
            <a:r>
              <a:rPr lang="it-IT" sz="800" dirty="0"/>
              <a:t> must be </a:t>
            </a:r>
            <a:r>
              <a:rPr lang="it-IT" sz="800" dirty="0" err="1"/>
              <a:t>interpreted</a:t>
            </a:r>
            <a:r>
              <a:rPr lang="it-IT" sz="800" dirty="0"/>
              <a:t> </a:t>
            </a:r>
            <a:r>
              <a:rPr lang="it-IT" sz="800" dirty="0" err="1"/>
              <a:t>within</a:t>
            </a:r>
            <a:r>
              <a:rPr lang="it-IT" sz="800" dirty="0"/>
              <a:t> the </a:t>
            </a:r>
            <a:r>
              <a:rPr lang="it-IT" sz="800" dirty="0" err="1"/>
              <a:t>limits</a:t>
            </a:r>
            <a:r>
              <a:rPr lang="it-IT" sz="800" dirty="0"/>
              <a:t> of the </a:t>
            </a:r>
            <a:r>
              <a:rPr lang="it-IT" sz="800" dirty="0" err="1"/>
              <a:t>proposed</a:t>
            </a:r>
            <a:r>
              <a:rPr lang="it-IT" sz="800" dirty="0"/>
              <a:t> benchmark. </a:t>
            </a:r>
          </a:p>
          <a:p>
            <a:pPr algn="ctr"/>
            <a:r>
              <a:rPr lang="it-IT" sz="800" dirty="0" err="1"/>
              <a:t>They</a:t>
            </a:r>
            <a:r>
              <a:rPr lang="it-IT" sz="800" dirty="0"/>
              <a:t> </a:t>
            </a:r>
            <a:r>
              <a:rPr lang="it-IT" sz="800" b="1" u="sng" dirty="0"/>
              <a:t>do </a:t>
            </a:r>
            <a:r>
              <a:rPr lang="it-IT" sz="800" b="1" u="sng" dirty="0" err="1"/>
              <a:t>not</a:t>
            </a:r>
            <a:r>
              <a:rPr lang="it-IT" sz="800" b="1" u="sng" dirty="0"/>
              <a:t> </a:t>
            </a:r>
            <a:r>
              <a:rPr lang="it-IT" sz="800" b="1" u="sng" dirty="0" err="1"/>
              <a:t>establish</a:t>
            </a:r>
            <a:r>
              <a:rPr lang="it-IT" sz="800" b="1" u="sng" dirty="0"/>
              <a:t> a general rule </a:t>
            </a:r>
            <a:r>
              <a:rPr lang="it-IT" sz="800" dirty="0"/>
              <a:t>for task-</a:t>
            </a:r>
            <a:r>
              <a:rPr lang="it-IT" sz="800" dirty="0" err="1"/>
              <a:t>dependent</a:t>
            </a:r>
            <a:r>
              <a:rPr lang="it-IT" sz="800" dirty="0"/>
              <a:t> performances.</a:t>
            </a:r>
          </a:p>
        </p:txBody>
      </p:sp>
      <p:sp>
        <p:nvSpPr>
          <p:cNvPr id="7" name="Rettangolo con angoli arrotondati 6">
            <a:extLst>
              <a:ext uri="{FF2B5EF4-FFF2-40B4-BE49-F238E27FC236}">
                <a16:creationId xmlns:a16="http://schemas.microsoft.com/office/drawing/2014/main" id="{4BF79EC4-5800-45D8-A240-7291BB7E1AA8}"/>
              </a:ext>
            </a:extLst>
          </p:cNvPr>
          <p:cNvSpPr/>
          <p:nvPr/>
        </p:nvSpPr>
        <p:spPr>
          <a:xfrm>
            <a:off x="612715" y="719330"/>
            <a:ext cx="1473485" cy="820524"/>
          </a:xfrm>
          <a:prstGeom prst="roundRect">
            <a:avLst/>
          </a:prstGeom>
          <a:solidFill>
            <a:schemeClr val="bg1">
              <a:lumMod val="85000"/>
              <a:alpha val="2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800" dirty="0">
                <a:solidFill>
                  <a:schemeClr val="tx1"/>
                </a:solidFill>
              </a:rPr>
              <a:t>The </a:t>
            </a:r>
            <a:r>
              <a:rPr lang="it-IT" sz="800" dirty="0" err="1">
                <a:solidFill>
                  <a:schemeClr val="tx1"/>
                </a:solidFill>
              </a:rPr>
              <a:t>results</a:t>
            </a:r>
            <a:r>
              <a:rPr lang="it-IT" sz="800" dirty="0">
                <a:solidFill>
                  <a:schemeClr val="tx1"/>
                </a:solidFill>
              </a:rPr>
              <a:t> indicate </a:t>
            </a:r>
            <a:r>
              <a:rPr lang="it-IT" sz="800" dirty="0" err="1">
                <a:solidFill>
                  <a:schemeClr val="tx1"/>
                </a:solidFill>
              </a:rPr>
              <a:t>that</a:t>
            </a:r>
            <a:r>
              <a:rPr lang="it-IT" sz="800" dirty="0">
                <a:solidFill>
                  <a:schemeClr val="tx1"/>
                </a:solidFill>
              </a:rPr>
              <a:t> the benefits of FUNES </a:t>
            </a:r>
            <a:r>
              <a:rPr lang="it-IT" sz="800" dirty="0" err="1">
                <a:solidFill>
                  <a:schemeClr val="tx1"/>
                </a:solidFill>
              </a:rPr>
              <a:t>depend</a:t>
            </a:r>
            <a:r>
              <a:rPr lang="it-IT" sz="800" dirty="0">
                <a:solidFill>
                  <a:schemeClr val="tx1"/>
                </a:solidFill>
              </a:rPr>
              <a:t> on the </a:t>
            </a:r>
            <a:r>
              <a:rPr lang="it-IT" sz="800" dirty="0" err="1">
                <a:solidFill>
                  <a:schemeClr val="tx1"/>
                </a:solidFill>
              </a:rPr>
              <a:t>type</a:t>
            </a:r>
            <a:r>
              <a:rPr lang="it-IT" sz="800" dirty="0">
                <a:solidFill>
                  <a:schemeClr val="tx1"/>
                </a:solidFill>
              </a:rPr>
              <a:t> of </a:t>
            </a:r>
            <a:r>
              <a:rPr lang="it-IT" sz="800" dirty="0" err="1">
                <a:solidFill>
                  <a:schemeClr val="tx1"/>
                </a:solidFill>
              </a:rPr>
              <a:t>reasoning</a:t>
            </a:r>
            <a:r>
              <a:rPr lang="it-IT" sz="800" dirty="0">
                <a:solidFill>
                  <a:schemeClr val="tx1"/>
                </a:solidFill>
              </a:rPr>
              <a:t> </a:t>
            </a:r>
            <a:r>
              <a:rPr lang="it-IT" sz="800" dirty="0" err="1">
                <a:solidFill>
                  <a:schemeClr val="tx1"/>
                </a:solidFill>
              </a:rPr>
              <a:t>required</a:t>
            </a:r>
            <a:r>
              <a:rPr lang="it-IT" sz="800" dirty="0">
                <a:solidFill>
                  <a:schemeClr val="tx1"/>
                </a:solidFill>
              </a:rPr>
              <a:t> by </a:t>
            </a:r>
            <a:r>
              <a:rPr lang="it-IT" sz="800">
                <a:solidFill>
                  <a:schemeClr val="tx1"/>
                </a:solidFill>
              </a:rPr>
              <a:t>the task.</a:t>
            </a:r>
            <a:endParaRPr lang="it-IT" sz="800" dirty="0">
              <a:solidFill>
                <a:schemeClr val="tx1"/>
              </a:solidFill>
            </a:endParaRPr>
          </a:p>
        </p:txBody>
      </p:sp>
      <p:sp>
        <p:nvSpPr>
          <p:cNvPr id="9" name="Rettangolo con angoli arrotondati 8">
            <a:extLst>
              <a:ext uri="{FF2B5EF4-FFF2-40B4-BE49-F238E27FC236}">
                <a16:creationId xmlns:a16="http://schemas.microsoft.com/office/drawing/2014/main" id="{318772E8-B392-4B05-BA45-F151B301D691}"/>
              </a:ext>
            </a:extLst>
          </p:cNvPr>
          <p:cNvSpPr/>
          <p:nvPr/>
        </p:nvSpPr>
        <p:spPr>
          <a:xfrm>
            <a:off x="2270309" y="718587"/>
            <a:ext cx="1473484" cy="820524"/>
          </a:xfrm>
          <a:prstGeom prst="roundRect">
            <a:avLst/>
          </a:prstGeom>
          <a:solidFill>
            <a:schemeClr val="bg1">
              <a:lumMod val="85000"/>
              <a:alpha val="2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800" dirty="0">
                <a:solidFill>
                  <a:schemeClr val="tx1"/>
                </a:solidFill>
              </a:rPr>
              <a:t>The system </a:t>
            </a:r>
            <a:r>
              <a:rPr lang="it-IT" sz="800" dirty="0" err="1">
                <a:solidFill>
                  <a:schemeClr val="tx1"/>
                </a:solidFill>
              </a:rPr>
              <a:t>is</a:t>
            </a:r>
            <a:r>
              <a:rPr lang="it-IT" sz="800" dirty="0">
                <a:solidFill>
                  <a:schemeClr val="tx1"/>
                </a:solidFill>
              </a:rPr>
              <a:t> </a:t>
            </a:r>
            <a:r>
              <a:rPr lang="it-IT" sz="800" dirty="0" err="1">
                <a:solidFill>
                  <a:schemeClr val="tx1"/>
                </a:solidFill>
              </a:rPr>
              <a:t>effective</a:t>
            </a:r>
            <a:r>
              <a:rPr lang="it-IT" sz="800" dirty="0">
                <a:solidFill>
                  <a:schemeClr val="tx1"/>
                </a:solidFill>
              </a:rPr>
              <a:t> </a:t>
            </a:r>
            <a:r>
              <a:rPr lang="it-IT" sz="800" dirty="0" err="1">
                <a:solidFill>
                  <a:schemeClr val="tx1"/>
                </a:solidFill>
              </a:rPr>
              <a:t>at</a:t>
            </a:r>
            <a:r>
              <a:rPr lang="it-IT" sz="800" dirty="0">
                <a:solidFill>
                  <a:schemeClr val="tx1"/>
                </a:solidFill>
              </a:rPr>
              <a:t> </a:t>
            </a:r>
            <a:r>
              <a:rPr lang="it-IT" sz="800" dirty="0" err="1">
                <a:solidFill>
                  <a:schemeClr val="tx1"/>
                </a:solidFill>
              </a:rPr>
              <a:t>limiting</a:t>
            </a:r>
            <a:r>
              <a:rPr lang="it-IT" sz="800" dirty="0">
                <a:solidFill>
                  <a:schemeClr val="tx1"/>
                </a:solidFill>
              </a:rPr>
              <a:t> the </a:t>
            </a:r>
            <a:r>
              <a:rPr lang="it-IT" sz="800" dirty="0" err="1">
                <a:solidFill>
                  <a:schemeClr val="tx1"/>
                </a:solidFill>
              </a:rPr>
              <a:t>required</a:t>
            </a:r>
            <a:r>
              <a:rPr lang="it-IT" sz="800" dirty="0">
                <a:solidFill>
                  <a:schemeClr val="tx1"/>
                </a:solidFill>
              </a:rPr>
              <a:t> information </a:t>
            </a:r>
            <a:r>
              <a:rPr lang="it-IT" sz="800" dirty="0" err="1">
                <a:solidFill>
                  <a:schemeClr val="tx1"/>
                </a:solidFill>
              </a:rPr>
              <a:t>but</a:t>
            </a:r>
            <a:r>
              <a:rPr lang="it-IT" sz="800" dirty="0">
                <a:solidFill>
                  <a:schemeClr val="tx1"/>
                </a:solidFill>
              </a:rPr>
              <a:t> </a:t>
            </a:r>
            <a:r>
              <a:rPr lang="it-IT" sz="800" dirty="0" err="1">
                <a:solidFill>
                  <a:schemeClr val="tx1"/>
                </a:solidFill>
              </a:rPr>
              <a:t>this</a:t>
            </a:r>
            <a:r>
              <a:rPr lang="it-IT" sz="800" dirty="0">
                <a:solidFill>
                  <a:schemeClr val="tx1"/>
                </a:solidFill>
              </a:rPr>
              <a:t> </a:t>
            </a:r>
            <a:r>
              <a:rPr lang="it-IT" sz="800" dirty="0" err="1">
                <a:solidFill>
                  <a:schemeClr val="tx1"/>
                </a:solidFill>
              </a:rPr>
              <a:t>does</a:t>
            </a:r>
            <a:r>
              <a:rPr lang="it-IT" sz="800" dirty="0">
                <a:solidFill>
                  <a:schemeClr val="tx1"/>
                </a:solidFill>
              </a:rPr>
              <a:t> </a:t>
            </a:r>
            <a:r>
              <a:rPr lang="it-IT" sz="800" dirty="0" err="1">
                <a:solidFill>
                  <a:schemeClr val="tx1"/>
                </a:solidFill>
              </a:rPr>
              <a:t>not</a:t>
            </a:r>
            <a:r>
              <a:rPr lang="it-IT" sz="800" dirty="0">
                <a:solidFill>
                  <a:schemeClr val="tx1"/>
                </a:solidFill>
              </a:rPr>
              <a:t> always </a:t>
            </a:r>
            <a:r>
              <a:rPr lang="it-IT" sz="800" dirty="0" err="1">
                <a:solidFill>
                  <a:schemeClr val="tx1"/>
                </a:solidFill>
              </a:rPr>
              <a:t>translate</a:t>
            </a:r>
            <a:r>
              <a:rPr lang="it-IT" sz="800" dirty="0">
                <a:solidFill>
                  <a:schemeClr val="tx1"/>
                </a:solidFill>
              </a:rPr>
              <a:t> to the </a:t>
            </a:r>
            <a:r>
              <a:rPr lang="it-IT" sz="800" dirty="0" err="1">
                <a:solidFill>
                  <a:schemeClr val="tx1"/>
                </a:solidFill>
              </a:rPr>
              <a:t>ability</a:t>
            </a:r>
            <a:r>
              <a:rPr lang="it-IT" sz="800" dirty="0">
                <a:solidFill>
                  <a:schemeClr val="tx1"/>
                </a:solidFill>
              </a:rPr>
              <a:t> of </a:t>
            </a:r>
            <a:r>
              <a:rPr lang="it-IT" sz="800" dirty="0" err="1">
                <a:solidFill>
                  <a:schemeClr val="tx1"/>
                </a:solidFill>
              </a:rPr>
              <a:t>fully</a:t>
            </a:r>
            <a:r>
              <a:rPr lang="it-IT" sz="800" dirty="0">
                <a:solidFill>
                  <a:schemeClr val="tx1"/>
                </a:solidFill>
              </a:rPr>
              <a:t> </a:t>
            </a:r>
            <a:r>
              <a:rPr lang="it-IT" sz="800" dirty="0" err="1">
                <a:solidFill>
                  <a:schemeClr val="tx1"/>
                </a:solidFill>
              </a:rPr>
              <a:t>answering</a:t>
            </a:r>
            <a:r>
              <a:rPr lang="it-IT" sz="800" dirty="0">
                <a:solidFill>
                  <a:schemeClr val="tx1"/>
                </a:solidFill>
              </a:rPr>
              <a:t> the query.</a:t>
            </a:r>
          </a:p>
        </p:txBody>
      </p:sp>
      <p:sp>
        <p:nvSpPr>
          <p:cNvPr id="10" name="Rettangolo con angoli arrotondati 9">
            <a:extLst>
              <a:ext uri="{FF2B5EF4-FFF2-40B4-BE49-F238E27FC236}">
                <a16:creationId xmlns:a16="http://schemas.microsoft.com/office/drawing/2014/main" id="{096EE2F0-830F-43F5-AF40-9AFC64028D9C}"/>
              </a:ext>
            </a:extLst>
          </p:cNvPr>
          <p:cNvSpPr/>
          <p:nvPr/>
        </p:nvSpPr>
        <p:spPr>
          <a:xfrm>
            <a:off x="3858334" y="718587"/>
            <a:ext cx="1473484" cy="820524"/>
          </a:xfrm>
          <a:prstGeom prst="roundRect">
            <a:avLst/>
          </a:prstGeom>
          <a:solidFill>
            <a:schemeClr val="bg1">
              <a:lumMod val="85000"/>
              <a:alpha val="2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800" dirty="0">
                <a:solidFill>
                  <a:schemeClr val="tx1"/>
                </a:solidFill>
              </a:rPr>
              <a:t>The </a:t>
            </a:r>
            <a:r>
              <a:rPr lang="it-IT" sz="800" dirty="0" err="1">
                <a:solidFill>
                  <a:schemeClr val="tx1"/>
                </a:solidFill>
              </a:rPr>
              <a:t>advantages</a:t>
            </a:r>
            <a:r>
              <a:rPr lang="it-IT" sz="800" dirty="0">
                <a:solidFill>
                  <a:schemeClr val="tx1"/>
                </a:solidFill>
              </a:rPr>
              <a:t> </a:t>
            </a:r>
            <a:r>
              <a:rPr lang="it-IT" sz="800" dirty="0" err="1">
                <a:solidFill>
                  <a:schemeClr val="tx1"/>
                </a:solidFill>
              </a:rPr>
              <a:t>diminishes</a:t>
            </a:r>
            <a:r>
              <a:rPr lang="it-IT" sz="800" dirty="0">
                <a:solidFill>
                  <a:schemeClr val="tx1"/>
                </a:solidFill>
              </a:rPr>
              <a:t> on complex </a:t>
            </a:r>
            <a:r>
              <a:rPr lang="it-IT" sz="800" dirty="0" err="1">
                <a:solidFill>
                  <a:schemeClr val="tx1"/>
                </a:solidFill>
              </a:rPr>
              <a:t>questions</a:t>
            </a:r>
            <a:r>
              <a:rPr lang="it-IT" sz="800" dirty="0">
                <a:solidFill>
                  <a:schemeClr val="tx1"/>
                </a:solidFill>
              </a:rPr>
              <a:t> </a:t>
            </a:r>
            <a:r>
              <a:rPr lang="it-IT" sz="800" dirty="0" err="1">
                <a:solidFill>
                  <a:schemeClr val="tx1"/>
                </a:solidFill>
              </a:rPr>
              <a:t>that</a:t>
            </a:r>
            <a:r>
              <a:rPr lang="it-IT" sz="800" dirty="0">
                <a:solidFill>
                  <a:schemeClr val="tx1"/>
                </a:solidFill>
              </a:rPr>
              <a:t> </a:t>
            </a:r>
            <a:r>
              <a:rPr lang="it-IT" sz="800" dirty="0" err="1">
                <a:solidFill>
                  <a:schemeClr val="tx1"/>
                </a:solidFill>
              </a:rPr>
              <a:t>require</a:t>
            </a:r>
            <a:r>
              <a:rPr lang="it-IT" sz="800" dirty="0">
                <a:solidFill>
                  <a:schemeClr val="tx1"/>
                </a:solidFill>
              </a:rPr>
              <a:t> more </a:t>
            </a:r>
            <a:r>
              <a:rPr lang="it-IT" sz="800" dirty="0" err="1">
                <a:solidFill>
                  <a:schemeClr val="tx1"/>
                </a:solidFill>
              </a:rPr>
              <a:t>informations</a:t>
            </a:r>
            <a:r>
              <a:rPr lang="it-IT" sz="800" dirty="0">
                <a:solidFill>
                  <a:schemeClr val="tx1"/>
                </a:solidFill>
              </a:rPr>
              <a:t> and context.</a:t>
            </a:r>
          </a:p>
        </p:txBody>
      </p:sp>
      <p:pic>
        <p:nvPicPr>
          <p:cNvPr id="3" name="Immagine 2">
            <a:extLst>
              <a:ext uri="{FF2B5EF4-FFF2-40B4-BE49-F238E27FC236}">
                <a16:creationId xmlns:a16="http://schemas.microsoft.com/office/drawing/2014/main" id="{6A3F6119-351A-4425-9D9A-052A1B52245E}"/>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7202" b="17825"/>
          <a:stretch/>
        </p:blipFill>
        <p:spPr>
          <a:xfrm>
            <a:off x="1715632" y="1622425"/>
            <a:ext cx="2552894" cy="904745"/>
          </a:xfrm>
          <a:prstGeom prst="rect">
            <a:avLst/>
          </a:prstGeom>
        </p:spPr>
      </p:pic>
    </p:spTree>
    <p:extLst>
      <p:ext uri="{BB962C8B-B14F-4D97-AF65-F5344CB8AC3E}">
        <p14:creationId xmlns:p14="http://schemas.microsoft.com/office/powerpoint/2010/main" val="18586357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C390-9BA3-E69B-8A70-ED8DAC5F1D5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ADCF6A5-D5F0-4C52-9946-15614F8EC600}"/>
              </a:ext>
            </a:extLst>
          </p:cNvPr>
          <p:cNvSpPr txBox="1"/>
          <p:nvPr/>
        </p:nvSpPr>
        <p:spPr>
          <a:xfrm>
            <a:off x="994577" y="184503"/>
            <a:ext cx="43796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400" b="1" dirty="0">
                <a:solidFill>
                  <a:schemeClr val="accent2">
                    <a:lumMod val="76000"/>
                  </a:schemeClr>
                </a:solidFill>
              </a:rPr>
              <a:t>Limitations</a:t>
            </a:r>
          </a:p>
        </p:txBody>
      </p:sp>
      <p:sp>
        <p:nvSpPr>
          <p:cNvPr id="6" name="Rettangolo con angoli arrotondati 5">
            <a:extLst>
              <a:ext uri="{FF2B5EF4-FFF2-40B4-BE49-F238E27FC236}">
                <a16:creationId xmlns:a16="http://schemas.microsoft.com/office/drawing/2014/main" id="{CBB7E483-3380-46EE-885A-32115515353F}"/>
              </a:ext>
            </a:extLst>
          </p:cNvPr>
          <p:cNvSpPr/>
          <p:nvPr/>
        </p:nvSpPr>
        <p:spPr>
          <a:xfrm>
            <a:off x="790089" y="733224"/>
            <a:ext cx="1895006" cy="820524"/>
          </a:xfrm>
          <a:prstGeom prst="roundRect">
            <a:avLst/>
          </a:prstGeom>
          <a:solidFill>
            <a:srgbClr val="8F3432">
              <a:alpha val="20000"/>
            </a:srgb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7" name="CasellaDiTesto 6">
            <a:extLst>
              <a:ext uri="{FF2B5EF4-FFF2-40B4-BE49-F238E27FC236}">
                <a16:creationId xmlns:a16="http://schemas.microsoft.com/office/drawing/2014/main" id="{52D91C1C-4A3D-4F35-96CE-612E7831BCA8}"/>
              </a:ext>
            </a:extLst>
          </p:cNvPr>
          <p:cNvSpPr txBox="1"/>
          <p:nvPr/>
        </p:nvSpPr>
        <p:spPr>
          <a:xfrm>
            <a:off x="868813" y="792413"/>
            <a:ext cx="1737557" cy="623248"/>
          </a:xfrm>
          <a:prstGeom prst="rect">
            <a:avLst/>
          </a:prstGeom>
          <a:noFill/>
        </p:spPr>
        <p:txBody>
          <a:bodyPr wrap="square" rtlCol="0">
            <a:spAutoFit/>
          </a:bodyPr>
          <a:lstStyle/>
          <a:p>
            <a:pPr algn="ctr">
              <a:spcAft>
                <a:spcPts val="300"/>
              </a:spcAft>
            </a:pPr>
            <a:r>
              <a:rPr lang="it-IT" sz="800" b="1" dirty="0">
                <a:solidFill>
                  <a:schemeClr val="tx1"/>
                </a:solidFill>
                <a:latin typeface="+mn-lt"/>
              </a:rPr>
              <a:t>Benchmark Scope &amp; sample size</a:t>
            </a:r>
            <a:endParaRPr lang="it-IT" sz="800" dirty="0">
              <a:solidFill>
                <a:schemeClr val="tx1"/>
              </a:solidFill>
              <a:latin typeface="+mn-lt"/>
            </a:endParaRPr>
          </a:p>
          <a:p>
            <a:pPr algn="ctr"/>
            <a:r>
              <a:rPr lang="it-IT" sz="800" dirty="0">
                <a:latin typeface="+mn-lt"/>
              </a:rPr>
              <a:t>The </a:t>
            </a:r>
            <a:r>
              <a:rPr lang="it-IT" sz="800" dirty="0" err="1">
                <a:latin typeface="+mn-lt"/>
              </a:rPr>
              <a:t>evaluation</a:t>
            </a:r>
            <a:r>
              <a:rPr lang="it-IT" sz="800" dirty="0">
                <a:latin typeface="+mn-lt"/>
              </a:rPr>
              <a:t> </a:t>
            </a:r>
            <a:r>
              <a:rPr lang="it-IT" sz="800" dirty="0" err="1">
                <a:latin typeface="+mn-lt"/>
              </a:rPr>
              <a:t>is</a:t>
            </a:r>
            <a:r>
              <a:rPr lang="it-IT" sz="800" dirty="0">
                <a:latin typeface="+mn-lt"/>
              </a:rPr>
              <a:t> limited to 20 </a:t>
            </a:r>
            <a:r>
              <a:rPr lang="it-IT" sz="800" dirty="0" err="1">
                <a:latin typeface="+mn-lt"/>
              </a:rPr>
              <a:t>questions</a:t>
            </a:r>
            <a:r>
              <a:rPr lang="it-IT" sz="800" dirty="0">
                <a:latin typeface="+mn-lt"/>
              </a:rPr>
              <a:t> in a single scenario, </a:t>
            </a:r>
            <a:r>
              <a:rPr lang="it-IT" sz="800" dirty="0" err="1">
                <a:latin typeface="+mn-lt"/>
              </a:rPr>
              <a:t>limiting</a:t>
            </a:r>
            <a:r>
              <a:rPr lang="it-IT" sz="800" dirty="0">
                <a:latin typeface="+mn-lt"/>
              </a:rPr>
              <a:t> </a:t>
            </a:r>
            <a:r>
              <a:rPr lang="it-IT" sz="800" dirty="0" err="1">
                <a:latin typeface="+mn-lt"/>
              </a:rPr>
              <a:t>statistical</a:t>
            </a:r>
            <a:r>
              <a:rPr lang="it-IT" sz="800" dirty="0">
                <a:latin typeface="+mn-lt"/>
              </a:rPr>
              <a:t> </a:t>
            </a:r>
            <a:r>
              <a:rPr lang="it-IT" sz="800" dirty="0" err="1">
                <a:latin typeface="+mn-lt"/>
              </a:rPr>
              <a:t>robustness</a:t>
            </a:r>
            <a:r>
              <a:rPr lang="it-IT" sz="800" dirty="0">
                <a:latin typeface="+mn-lt"/>
              </a:rPr>
              <a:t>.</a:t>
            </a:r>
          </a:p>
        </p:txBody>
      </p:sp>
      <p:cxnSp>
        <p:nvCxnSpPr>
          <p:cNvPr id="9" name="Connettore diritto 8">
            <a:extLst>
              <a:ext uri="{FF2B5EF4-FFF2-40B4-BE49-F238E27FC236}">
                <a16:creationId xmlns:a16="http://schemas.microsoft.com/office/drawing/2014/main" id="{6B87EEFA-9BD2-462C-9E36-5709B9F86AE4}"/>
              </a:ext>
            </a:extLst>
          </p:cNvPr>
          <p:cNvCxnSpPr>
            <a:cxnSpLocks/>
          </p:cNvCxnSpPr>
          <p:nvPr/>
        </p:nvCxnSpPr>
        <p:spPr>
          <a:xfrm>
            <a:off x="879809" y="980800"/>
            <a:ext cx="1745992" cy="0"/>
          </a:xfrm>
          <a:prstGeom prst="line">
            <a:avLst/>
          </a:prstGeom>
        </p:spPr>
        <p:style>
          <a:lnRef idx="1">
            <a:schemeClr val="dk1"/>
          </a:lnRef>
          <a:fillRef idx="0">
            <a:schemeClr val="dk1"/>
          </a:fillRef>
          <a:effectRef idx="0">
            <a:schemeClr val="dk1"/>
          </a:effectRef>
          <a:fontRef idx="minor">
            <a:schemeClr val="tx1"/>
          </a:fontRef>
        </p:style>
      </p:cxnSp>
      <p:sp>
        <p:nvSpPr>
          <p:cNvPr id="10" name="Rettangolo con angoli arrotondati 9">
            <a:extLst>
              <a:ext uri="{FF2B5EF4-FFF2-40B4-BE49-F238E27FC236}">
                <a16:creationId xmlns:a16="http://schemas.microsoft.com/office/drawing/2014/main" id="{0E1D6714-B4FE-4F44-9672-AA07E7DE6169}"/>
              </a:ext>
            </a:extLst>
          </p:cNvPr>
          <p:cNvSpPr/>
          <p:nvPr/>
        </p:nvSpPr>
        <p:spPr>
          <a:xfrm>
            <a:off x="2990985" y="748288"/>
            <a:ext cx="1895006" cy="797456"/>
          </a:xfrm>
          <a:prstGeom prst="roundRect">
            <a:avLst/>
          </a:prstGeom>
          <a:solidFill>
            <a:srgbClr val="8F3432">
              <a:alpha val="20000"/>
            </a:srgb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11" name="CasellaDiTesto 10">
            <a:extLst>
              <a:ext uri="{FF2B5EF4-FFF2-40B4-BE49-F238E27FC236}">
                <a16:creationId xmlns:a16="http://schemas.microsoft.com/office/drawing/2014/main" id="{FB8777A7-53CD-42E8-8709-02C28642C00F}"/>
              </a:ext>
            </a:extLst>
          </p:cNvPr>
          <p:cNvSpPr txBox="1"/>
          <p:nvPr/>
        </p:nvSpPr>
        <p:spPr>
          <a:xfrm>
            <a:off x="3069709" y="807477"/>
            <a:ext cx="1737557" cy="746358"/>
          </a:xfrm>
          <a:prstGeom prst="rect">
            <a:avLst/>
          </a:prstGeom>
          <a:noFill/>
        </p:spPr>
        <p:txBody>
          <a:bodyPr wrap="square" rtlCol="0">
            <a:spAutoFit/>
          </a:bodyPr>
          <a:lstStyle/>
          <a:p>
            <a:pPr algn="ctr">
              <a:spcAft>
                <a:spcPts val="300"/>
              </a:spcAft>
            </a:pPr>
            <a:r>
              <a:rPr lang="it-IT" sz="800" b="1" dirty="0">
                <a:solidFill>
                  <a:schemeClr val="tx1"/>
                </a:solidFill>
                <a:latin typeface="+mn-lt"/>
              </a:rPr>
              <a:t>Single baseline</a:t>
            </a:r>
            <a:endParaRPr lang="it-IT" sz="800" dirty="0">
              <a:solidFill>
                <a:schemeClr val="tx1"/>
              </a:solidFill>
              <a:latin typeface="+mn-lt"/>
            </a:endParaRPr>
          </a:p>
          <a:p>
            <a:pPr algn="ctr"/>
            <a:r>
              <a:rPr lang="it-IT" sz="800" dirty="0">
                <a:latin typeface="+mn-lt"/>
              </a:rPr>
              <a:t>The </a:t>
            </a:r>
            <a:r>
              <a:rPr lang="it-IT" sz="800" dirty="0" err="1">
                <a:latin typeface="+mn-lt"/>
              </a:rPr>
              <a:t>evaluation</a:t>
            </a:r>
            <a:r>
              <a:rPr lang="it-IT" sz="800" dirty="0">
                <a:latin typeface="+mn-lt"/>
              </a:rPr>
              <a:t> compare FUNES </a:t>
            </a:r>
            <a:r>
              <a:rPr lang="it-IT" sz="800" dirty="0" err="1">
                <a:latin typeface="+mn-lt"/>
              </a:rPr>
              <a:t>against</a:t>
            </a:r>
            <a:r>
              <a:rPr lang="it-IT" sz="800" dirty="0">
                <a:latin typeface="+mn-lt"/>
              </a:rPr>
              <a:t> a single model, general </a:t>
            </a:r>
            <a:r>
              <a:rPr lang="it-IT" sz="800" dirty="0" err="1">
                <a:latin typeface="+mn-lt"/>
              </a:rPr>
              <a:t>superiority</a:t>
            </a:r>
            <a:r>
              <a:rPr lang="it-IT" sz="800" dirty="0">
                <a:latin typeface="+mn-lt"/>
              </a:rPr>
              <a:t> over </a:t>
            </a:r>
            <a:r>
              <a:rPr lang="it-IT" sz="800" dirty="0" err="1">
                <a:latin typeface="+mn-lt"/>
              </a:rPr>
              <a:t>other</a:t>
            </a:r>
            <a:r>
              <a:rPr lang="it-IT" sz="800" dirty="0">
                <a:latin typeface="+mn-lt"/>
              </a:rPr>
              <a:t> </a:t>
            </a:r>
            <a:r>
              <a:rPr lang="it-IT" sz="800" dirty="0" err="1">
                <a:latin typeface="+mn-lt"/>
              </a:rPr>
              <a:t>LLMs</a:t>
            </a:r>
            <a:r>
              <a:rPr lang="it-IT" sz="800" dirty="0">
                <a:latin typeface="+mn-lt"/>
              </a:rPr>
              <a:t> must be </a:t>
            </a:r>
            <a:r>
              <a:rPr lang="it-IT" sz="800" dirty="0" err="1">
                <a:latin typeface="+mn-lt"/>
              </a:rPr>
              <a:t>studied</a:t>
            </a:r>
            <a:r>
              <a:rPr lang="it-IT" sz="800" dirty="0">
                <a:latin typeface="+mn-lt"/>
              </a:rPr>
              <a:t>.</a:t>
            </a:r>
          </a:p>
        </p:txBody>
      </p:sp>
      <p:cxnSp>
        <p:nvCxnSpPr>
          <p:cNvPr id="12" name="Connettore diritto 11">
            <a:extLst>
              <a:ext uri="{FF2B5EF4-FFF2-40B4-BE49-F238E27FC236}">
                <a16:creationId xmlns:a16="http://schemas.microsoft.com/office/drawing/2014/main" id="{376735C1-AA23-4E6D-B56E-823AFA179185}"/>
              </a:ext>
            </a:extLst>
          </p:cNvPr>
          <p:cNvCxnSpPr>
            <a:cxnSpLocks/>
          </p:cNvCxnSpPr>
          <p:nvPr/>
        </p:nvCxnSpPr>
        <p:spPr>
          <a:xfrm>
            <a:off x="3077800" y="995864"/>
            <a:ext cx="1745992" cy="0"/>
          </a:xfrm>
          <a:prstGeom prst="line">
            <a:avLst/>
          </a:prstGeom>
        </p:spPr>
        <p:style>
          <a:lnRef idx="1">
            <a:schemeClr val="dk1"/>
          </a:lnRef>
          <a:fillRef idx="0">
            <a:schemeClr val="dk1"/>
          </a:fillRef>
          <a:effectRef idx="0">
            <a:schemeClr val="dk1"/>
          </a:effectRef>
          <a:fontRef idx="minor">
            <a:schemeClr val="tx1"/>
          </a:fontRef>
        </p:style>
      </p:cxnSp>
      <p:sp>
        <p:nvSpPr>
          <p:cNvPr id="14" name="Rettangolo con angoli arrotondati 13">
            <a:extLst>
              <a:ext uri="{FF2B5EF4-FFF2-40B4-BE49-F238E27FC236}">
                <a16:creationId xmlns:a16="http://schemas.microsoft.com/office/drawing/2014/main" id="{3122BA3C-9DE5-40C8-8C39-F0652E8690D4}"/>
              </a:ext>
            </a:extLst>
          </p:cNvPr>
          <p:cNvSpPr/>
          <p:nvPr/>
        </p:nvSpPr>
        <p:spPr>
          <a:xfrm>
            <a:off x="778937" y="1604048"/>
            <a:ext cx="1895006" cy="682437"/>
          </a:xfrm>
          <a:prstGeom prst="roundRect">
            <a:avLst/>
          </a:prstGeom>
          <a:solidFill>
            <a:srgbClr val="8F3432">
              <a:alpha val="20000"/>
            </a:srgb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15" name="CasellaDiTesto 14">
            <a:extLst>
              <a:ext uri="{FF2B5EF4-FFF2-40B4-BE49-F238E27FC236}">
                <a16:creationId xmlns:a16="http://schemas.microsoft.com/office/drawing/2014/main" id="{05AD3AAE-23DC-44EB-A9B3-37F18D69BFB0}"/>
              </a:ext>
            </a:extLst>
          </p:cNvPr>
          <p:cNvSpPr txBox="1"/>
          <p:nvPr/>
        </p:nvSpPr>
        <p:spPr>
          <a:xfrm>
            <a:off x="857661" y="1663237"/>
            <a:ext cx="1737557" cy="623248"/>
          </a:xfrm>
          <a:prstGeom prst="rect">
            <a:avLst/>
          </a:prstGeom>
          <a:noFill/>
        </p:spPr>
        <p:txBody>
          <a:bodyPr wrap="square" rtlCol="0">
            <a:spAutoFit/>
          </a:bodyPr>
          <a:lstStyle/>
          <a:p>
            <a:pPr algn="ctr">
              <a:spcAft>
                <a:spcPts val="300"/>
              </a:spcAft>
            </a:pPr>
            <a:r>
              <a:rPr lang="it-IT" sz="800" b="1" dirty="0">
                <a:solidFill>
                  <a:schemeClr val="tx1"/>
                </a:solidFill>
                <a:latin typeface="+mn-lt"/>
              </a:rPr>
              <a:t>API </a:t>
            </a:r>
            <a:r>
              <a:rPr lang="it-IT" sz="800" b="1" dirty="0" err="1">
                <a:solidFill>
                  <a:schemeClr val="tx1"/>
                </a:solidFill>
                <a:latin typeface="+mn-lt"/>
              </a:rPr>
              <a:t>Constraint</a:t>
            </a:r>
            <a:endParaRPr lang="it-IT" sz="800" dirty="0">
              <a:solidFill>
                <a:schemeClr val="tx1"/>
              </a:solidFill>
              <a:latin typeface="+mn-lt"/>
            </a:endParaRPr>
          </a:p>
          <a:p>
            <a:pPr algn="ctr"/>
            <a:r>
              <a:rPr lang="it-IT" sz="800" dirty="0" err="1">
                <a:latin typeface="+mn-lt"/>
              </a:rPr>
              <a:t>Groq</a:t>
            </a:r>
            <a:r>
              <a:rPr lang="it-IT" sz="800" dirty="0">
                <a:latin typeface="+mn-lt"/>
              </a:rPr>
              <a:t> API rate/token </a:t>
            </a:r>
            <a:r>
              <a:rPr lang="it-IT" sz="800" dirty="0" err="1">
                <a:latin typeface="+mn-lt"/>
              </a:rPr>
              <a:t>limits</a:t>
            </a:r>
            <a:r>
              <a:rPr lang="it-IT" sz="800" dirty="0">
                <a:latin typeface="+mn-lt"/>
              </a:rPr>
              <a:t> restricted </a:t>
            </a:r>
            <a:r>
              <a:rPr lang="it-IT" sz="800" dirty="0" err="1">
                <a:latin typeface="+mn-lt"/>
              </a:rPr>
              <a:t>repeated</a:t>
            </a:r>
            <a:r>
              <a:rPr lang="it-IT" sz="800" dirty="0">
                <a:latin typeface="+mn-lt"/>
              </a:rPr>
              <a:t> </a:t>
            </a:r>
            <a:r>
              <a:rPr lang="it-IT" sz="800" dirty="0" err="1">
                <a:latin typeface="+mn-lt"/>
              </a:rPr>
              <a:t>runs</a:t>
            </a:r>
            <a:r>
              <a:rPr lang="it-IT" sz="800" dirty="0">
                <a:latin typeface="+mn-lt"/>
              </a:rPr>
              <a:t> under </a:t>
            </a:r>
            <a:r>
              <a:rPr lang="it-IT" sz="800" dirty="0" err="1">
                <a:latin typeface="+mn-lt"/>
              </a:rPr>
              <a:t>identical</a:t>
            </a:r>
            <a:r>
              <a:rPr lang="it-IT" sz="800" dirty="0">
                <a:latin typeface="+mn-lt"/>
              </a:rPr>
              <a:t> </a:t>
            </a:r>
            <a:r>
              <a:rPr lang="it-IT" sz="800" dirty="0" err="1">
                <a:latin typeface="+mn-lt"/>
              </a:rPr>
              <a:t>experimental</a:t>
            </a:r>
            <a:r>
              <a:rPr lang="it-IT" sz="800" dirty="0">
                <a:latin typeface="+mn-lt"/>
              </a:rPr>
              <a:t> </a:t>
            </a:r>
            <a:r>
              <a:rPr lang="it-IT" sz="800" dirty="0" err="1">
                <a:latin typeface="+mn-lt"/>
              </a:rPr>
              <a:t>conditions</a:t>
            </a:r>
            <a:r>
              <a:rPr lang="it-IT" sz="800" dirty="0">
                <a:latin typeface="+mn-lt"/>
              </a:rPr>
              <a:t>.</a:t>
            </a:r>
          </a:p>
        </p:txBody>
      </p:sp>
      <p:cxnSp>
        <p:nvCxnSpPr>
          <p:cNvPr id="16" name="Connettore diritto 15">
            <a:extLst>
              <a:ext uri="{FF2B5EF4-FFF2-40B4-BE49-F238E27FC236}">
                <a16:creationId xmlns:a16="http://schemas.microsoft.com/office/drawing/2014/main" id="{88AF39C3-22B6-4280-992A-53DB8EDB036D}"/>
              </a:ext>
            </a:extLst>
          </p:cNvPr>
          <p:cNvCxnSpPr>
            <a:cxnSpLocks/>
          </p:cNvCxnSpPr>
          <p:nvPr/>
        </p:nvCxnSpPr>
        <p:spPr>
          <a:xfrm>
            <a:off x="868657" y="1851624"/>
            <a:ext cx="1745992" cy="0"/>
          </a:xfrm>
          <a:prstGeom prst="line">
            <a:avLst/>
          </a:prstGeom>
        </p:spPr>
        <p:style>
          <a:lnRef idx="1">
            <a:schemeClr val="dk1"/>
          </a:lnRef>
          <a:fillRef idx="0">
            <a:schemeClr val="dk1"/>
          </a:fillRef>
          <a:effectRef idx="0">
            <a:schemeClr val="dk1"/>
          </a:effectRef>
          <a:fontRef idx="minor">
            <a:schemeClr val="tx1"/>
          </a:fontRef>
        </p:style>
      </p:cxnSp>
      <p:sp>
        <p:nvSpPr>
          <p:cNvPr id="17" name="Rettangolo con angoli arrotondati 16">
            <a:extLst>
              <a:ext uri="{FF2B5EF4-FFF2-40B4-BE49-F238E27FC236}">
                <a16:creationId xmlns:a16="http://schemas.microsoft.com/office/drawing/2014/main" id="{2308EEE6-AE7E-40F3-9BF5-87DF4956ECF5}"/>
              </a:ext>
            </a:extLst>
          </p:cNvPr>
          <p:cNvSpPr/>
          <p:nvPr/>
        </p:nvSpPr>
        <p:spPr>
          <a:xfrm>
            <a:off x="3002137" y="1604048"/>
            <a:ext cx="1895006" cy="682437"/>
          </a:xfrm>
          <a:prstGeom prst="roundRect">
            <a:avLst/>
          </a:prstGeom>
          <a:solidFill>
            <a:srgbClr val="8F3432">
              <a:alpha val="20000"/>
            </a:srgb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18" name="CasellaDiTesto 17">
            <a:extLst>
              <a:ext uri="{FF2B5EF4-FFF2-40B4-BE49-F238E27FC236}">
                <a16:creationId xmlns:a16="http://schemas.microsoft.com/office/drawing/2014/main" id="{54659245-39F4-48BD-B0D5-ECCF9B058D7F}"/>
              </a:ext>
            </a:extLst>
          </p:cNvPr>
          <p:cNvSpPr txBox="1"/>
          <p:nvPr/>
        </p:nvSpPr>
        <p:spPr>
          <a:xfrm>
            <a:off x="3080861" y="1663237"/>
            <a:ext cx="1737557" cy="623248"/>
          </a:xfrm>
          <a:prstGeom prst="rect">
            <a:avLst/>
          </a:prstGeom>
          <a:noFill/>
        </p:spPr>
        <p:txBody>
          <a:bodyPr wrap="square" rtlCol="0">
            <a:spAutoFit/>
          </a:bodyPr>
          <a:lstStyle/>
          <a:p>
            <a:pPr algn="ctr">
              <a:spcAft>
                <a:spcPts val="300"/>
              </a:spcAft>
            </a:pPr>
            <a:r>
              <a:rPr lang="it-IT" sz="800" b="1" dirty="0">
                <a:latin typeface="+mn-lt"/>
              </a:rPr>
              <a:t>Evaluation and </a:t>
            </a:r>
            <a:r>
              <a:rPr lang="it-IT" sz="800" b="1" dirty="0" err="1">
                <a:latin typeface="+mn-lt"/>
              </a:rPr>
              <a:t>Metrics</a:t>
            </a:r>
            <a:r>
              <a:rPr lang="it-IT" sz="800" b="1" dirty="0">
                <a:latin typeface="+mn-lt"/>
              </a:rPr>
              <a:t> </a:t>
            </a:r>
            <a:r>
              <a:rPr lang="it-IT" sz="800" b="1" dirty="0" err="1">
                <a:latin typeface="+mn-lt"/>
              </a:rPr>
              <a:t>Constraints</a:t>
            </a:r>
            <a:endParaRPr lang="it-IT" sz="800" b="1" dirty="0">
              <a:latin typeface="+mn-lt"/>
            </a:endParaRPr>
          </a:p>
          <a:p>
            <a:pPr algn="ctr"/>
            <a:r>
              <a:rPr lang="it-IT" sz="800" dirty="0">
                <a:latin typeface="+mn-lt"/>
              </a:rPr>
              <a:t>The LLM </a:t>
            </a:r>
            <a:r>
              <a:rPr lang="it-IT" sz="800" dirty="0" err="1">
                <a:latin typeface="+mn-lt"/>
              </a:rPr>
              <a:t>as</a:t>
            </a:r>
            <a:r>
              <a:rPr lang="it-IT" sz="800" dirty="0">
                <a:latin typeface="+mn-lt"/>
              </a:rPr>
              <a:t> a </a:t>
            </a:r>
            <a:r>
              <a:rPr lang="it-IT" sz="800" dirty="0" err="1">
                <a:latin typeface="+mn-lt"/>
              </a:rPr>
              <a:t>judge</a:t>
            </a:r>
            <a:r>
              <a:rPr lang="it-IT" sz="800" dirty="0">
                <a:latin typeface="+mn-lt"/>
              </a:rPr>
              <a:t> and </a:t>
            </a:r>
            <a:r>
              <a:rPr lang="it-IT" sz="800" dirty="0" err="1">
                <a:latin typeface="+mn-lt"/>
              </a:rPr>
              <a:t>unweighted</a:t>
            </a:r>
            <a:r>
              <a:rPr lang="it-IT" sz="800" dirty="0">
                <a:latin typeface="+mn-lt"/>
              </a:rPr>
              <a:t> </a:t>
            </a:r>
            <a:r>
              <a:rPr lang="it-IT" sz="800" dirty="0" err="1">
                <a:latin typeface="+mn-lt"/>
              </a:rPr>
              <a:t>criteria</a:t>
            </a:r>
            <a:r>
              <a:rPr lang="it-IT" sz="800" dirty="0">
                <a:latin typeface="+mn-lt"/>
              </a:rPr>
              <a:t> </a:t>
            </a:r>
            <a:r>
              <a:rPr lang="it-IT" sz="800" dirty="0" err="1">
                <a:latin typeface="+mn-lt"/>
              </a:rPr>
              <a:t>may</a:t>
            </a:r>
            <a:r>
              <a:rPr lang="it-IT" sz="800" dirty="0">
                <a:latin typeface="+mn-lt"/>
              </a:rPr>
              <a:t> introduce </a:t>
            </a:r>
            <a:r>
              <a:rPr lang="it-IT" sz="800" dirty="0" err="1">
                <a:latin typeface="+mn-lt"/>
              </a:rPr>
              <a:t>bias</a:t>
            </a:r>
            <a:r>
              <a:rPr lang="it-IT" sz="800" dirty="0">
                <a:latin typeface="+mn-lt"/>
              </a:rPr>
              <a:t> and </a:t>
            </a:r>
            <a:r>
              <a:rPr lang="it-IT" sz="800" dirty="0" err="1">
                <a:latin typeface="+mn-lt"/>
              </a:rPr>
              <a:t>ignore</a:t>
            </a:r>
            <a:r>
              <a:rPr lang="it-IT" sz="800" dirty="0">
                <a:latin typeface="+mn-lt"/>
              </a:rPr>
              <a:t> </a:t>
            </a:r>
            <a:r>
              <a:rPr lang="it-IT" sz="800" dirty="0" err="1">
                <a:latin typeface="+mn-lt"/>
              </a:rPr>
              <a:t>criticality</a:t>
            </a:r>
            <a:r>
              <a:rPr lang="it-IT" sz="800" dirty="0">
                <a:latin typeface="+mn-lt"/>
              </a:rPr>
              <a:t> of </a:t>
            </a:r>
            <a:r>
              <a:rPr lang="it-IT" sz="800" dirty="0" err="1">
                <a:latin typeface="+mn-lt"/>
              </a:rPr>
              <a:t>specific</a:t>
            </a:r>
            <a:r>
              <a:rPr lang="it-IT" sz="800" dirty="0">
                <a:latin typeface="+mn-lt"/>
              </a:rPr>
              <a:t> </a:t>
            </a:r>
            <a:r>
              <a:rPr lang="it-IT" sz="800" dirty="0" err="1">
                <a:latin typeface="+mn-lt"/>
              </a:rPr>
              <a:t>metrics</a:t>
            </a:r>
            <a:r>
              <a:rPr lang="it-IT" sz="800" dirty="0">
                <a:latin typeface="+mn-lt"/>
              </a:rPr>
              <a:t>.</a:t>
            </a:r>
          </a:p>
        </p:txBody>
      </p:sp>
      <p:cxnSp>
        <p:nvCxnSpPr>
          <p:cNvPr id="19" name="Connettore diritto 18">
            <a:extLst>
              <a:ext uri="{FF2B5EF4-FFF2-40B4-BE49-F238E27FC236}">
                <a16:creationId xmlns:a16="http://schemas.microsoft.com/office/drawing/2014/main" id="{07EBE778-9D2B-4FA4-9323-E92AED734519}"/>
              </a:ext>
            </a:extLst>
          </p:cNvPr>
          <p:cNvCxnSpPr>
            <a:cxnSpLocks/>
          </p:cNvCxnSpPr>
          <p:nvPr/>
        </p:nvCxnSpPr>
        <p:spPr>
          <a:xfrm>
            <a:off x="3091857" y="1851624"/>
            <a:ext cx="1745992" cy="0"/>
          </a:xfrm>
          <a:prstGeom prst="line">
            <a:avLst/>
          </a:prstGeom>
        </p:spPr>
        <p:style>
          <a:lnRef idx="1">
            <a:schemeClr val="dk1"/>
          </a:lnRef>
          <a:fillRef idx="0">
            <a:schemeClr val="dk1"/>
          </a:fillRef>
          <a:effectRef idx="0">
            <a:schemeClr val="dk1"/>
          </a:effectRef>
          <a:fontRef idx="minor">
            <a:schemeClr val="tx1"/>
          </a:fontRef>
        </p:style>
      </p:cxnSp>
      <p:sp>
        <p:nvSpPr>
          <p:cNvPr id="20" name="Rettangolo con angoli arrotondati 19">
            <a:extLst>
              <a:ext uri="{FF2B5EF4-FFF2-40B4-BE49-F238E27FC236}">
                <a16:creationId xmlns:a16="http://schemas.microsoft.com/office/drawing/2014/main" id="{485975AD-56AE-4C9C-B860-1977FA633B39}"/>
              </a:ext>
            </a:extLst>
          </p:cNvPr>
          <p:cNvSpPr/>
          <p:nvPr/>
        </p:nvSpPr>
        <p:spPr>
          <a:xfrm>
            <a:off x="1833254" y="2345674"/>
            <a:ext cx="1895006" cy="682437"/>
          </a:xfrm>
          <a:prstGeom prst="roundRect">
            <a:avLst/>
          </a:prstGeom>
          <a:solidFill>
            <a:srgbClr val="8F3432">
              <a:alpha val="20000"/>
            </a:srgb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21" name="CasellaDiTesto 20">
            <a:extLst>
              <a:ext uri="{FF2B5EF4-FFF2-40B4-BE49-F238E27FC236}">
                <a16:creationId xmlns:a16="http://schemas.microsoft.com/office/drawing/2014/main" id="{F5E403FA-708D-4FFC-BD8C-6B92717F5BE8}"/>
              </a:ext>
            </a:extLst>
          </p:cNvPr>
          <p:cNvSpPr txBox="1"/>
          <p:nvPr/>
        </p:nvSpPr>
        <p:spPr>
          <a:xfrm>
            <a:off x="1911978" y="2404863"/>
            <a:ext cx="1737557" cy="623248"/>
          </a:xfrm>
          <a:prstGeom prst="rect">
            <a:avLst/>
          </a:prstGeom>
          <a:noFill/>
        </p:spPr>
        <p:txBody>
          <a:bodyPr wrap="square" rtlCol="0">
            <a:spAutoFit/>
          </a:bodyPr>
          <a:lstStyle/>
          <a:p>
            <a:pPr algn="ctr">
              <a:spcAft>
                <a:spcPts val="300"/>
              </a:spcAft>
            </a:pPr>
            <a:r>
              <a:rPr lang="it-IT" sz="800" b="1" dirty="0" err="1">
                <a:solidFill>
                  <a:schemeClr val="tx1"/>
                </a:solidFill>
                <a:latin typeface="+mn-lt"/>
              </a:rPr>
              <a:t>Ablation</a:t>
            </a:r>
            <a:r>
              <a:rPr lang="it-IT" sz="800" b="1" dirty="0">
                <a:solidFill>
                  <a:schemeClr val="tx1"/>
                </a:solidFill>
                <a:latin typeface="+mn-lt"/>
              </a:rPr>
              <a:t> Study</a:t>
            </a:r>
            <a:endParaRPr lang="it-IT" sz="800" dirty="0">
              <a:solidFill>
                <a:schemeClr val="tx1"/>
              </a:solidFill>
              <a:latin typeface="+mn-lt"/>
            </a:endParaRPr>
          </a:p>
          <a:p>
            <a:pPr algn="ctr"/>
            <a:r>
              <a:rPr lang="it-IT" sz="800" dirty="0">
                <a:latin typeface="+mn-lt"/>
              </a:rPr>
              <a:t>The system </a:t>
            </a:r>
            <a:r>
              <a:rPr lang="it-IT" sz="800" dirty="0" err="1">
                <a:latin typeface="+mn-lt"/>
              </a:rPr>
              <a:t>is</a:t>
            </a:r>
            <a:r>
              <a:rPr lang="it-IT" sz="800" dirty="0">
                <a:latin typeface="+mn-lt"/>
              </a:rPr>
              <a:t> </a:t>
            </a:r>
            <a:r>
              <a:rPr lang="it-IT" sz="800" dirty="0" err="1">
                <a:latin typeface="+mn-lt"/>
              </a:rPr>
              <a:t>evaluated</a:t>
            </a:r>
            <a:r>
              <a:rPr lang="it-IT" sz="800" dirty="0">
                <a:latin typeface="+mn-lt"/>
              </a:rPr>
              <a:t> </a:t>
            </a:r>
            <a:r>
              <a:rPr lang="it-IT" sz="800" dirty="0" err="1">
                <a:latin typeface="+mn-lt"/>
              </a:rPr>
              <a:t>as</a:t>
            </a:r>
            <a:r>
              <a:rPr lang="it-IT" sz="800" dirty="0">
                <a:latin typeface="+mn-lt"/>
              </a:rPr>
              <a:t> a complete </a:t>
            </a:r>
            <a:r>
              <a:rPr lang="it-IT" sz="800" dirty="0" err="1">
                <a:latin typeface="+mn-lt"/>
              </a:rPr>
              <a:t>architecture</a:t>
            </a:r>
            <a:r>
              <a:rPr lang="it-IT" sz="800" dirty="0">
                <a:latin typeface="+mn-lt"/>
              </a:rPr>
              <a:t>, </a:t>
            </a:r>
            <a:r>
              <a:rPr lang="it-IT" sz="800" dirty="0" err="1">
                <a:latin typeface="+mn-lt"/>
              </a:rPr>
              <a:t>preventing</a:t>
            </a:r>
            <a:r>
              <a:rPr lang="it-IT" sz="800" dirty="0">
                <a:latin typeface="+mn-lt"/>
              </a:rPr>
              <a:t> </a:t>
            </a:r>
            <a:r>
              <a:rPr lang="it-IT" sz="800" dirty="0" err="1">
                <a:latin typeface="+mn-lt"/>
              </a:rPr>
              <a:t>isolation</a:t>
            </a:r>
            <a:r>
              <a:rPr lang="it-IT" sz="800" dirty="0">
                <a:latin typeface="+mn-lt"/>
              </a:rPr>
              <a:t> of </a:t>
            </a:r>
            <a:r>
              <a:rPr lang="it-IT" sz="800" dirty="0" err="1">
                <a:latin typeface="+mn-lt"/>
              </a:rPr>
              <a:t>individual</a:t>
            </a:r>
            <a:r>
              <a:rPr lang="it-IT" sz="800" dirty="0">
                <a:latin typeface="+mn-lt"/>
              </a:rPr>
              <a:t> </a:t>
            </a:r>
            <a:r>
              <a:rPr lang="it-IT" sz="800" dirty="0" err="1">
                <a:latin typeface="+mn-lt"/>
              </a:rPr>
              <a:t>contributions</a:t>
            </a:r>
            <a:r>
              <a:rPr lang="it-IT" sz="800" dirty="0">
                <a:latin typeface="+mn-lt"/>
              </a:rPr>
              <a:t>.</a:t>
            </a:r>
          </a:p>
        </p:txBody>
      </p:sp>
      <p:cxnSp>
        <p:nvCxnSpPr>
          <p:cNvPr id="22" name="Connettore diritto 21">
            <a:extLst>
              <a:ext uri="{FF2B5EF4-FFF2-40B4-BE49-F238E27FC236}">
                <a16:creationId xmlns:a16="http://schemas.microsoft.com/office/drawing/2014/main" id="{CCC57727-467D-42D2-8B41-2EF37EA9A066}"/>
              </a:ext>
            </a:extLst>
          </p:cNvPr>
          <p:cNvCxnSpPr>
            <a:cxnSpLocks/>
          </p:cNvCxnSpPr>
          <p:nvPr/>
        </p:nvCxnSpPr>
        <p:spPr>
          <a:xfrm>
            <a:off x="1922974" y="2593250"/>
            <a:ext cx="1745992"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2224438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C390-9BA3-E69B-8A70-ED8DAC5F1D5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ADCF6A5-D5F0-4C52-9946-15614F8EC600}"/>
              </a:ext>
            </a:extLst>
          </p:cNvPr>
          <p:cNvSpPr txBox="1"/>
          <p:nvPr/>
        </p:nvSpPr>
        <p:spPr>
          <a:xfrm>
            <a:off x="994577" y="184503"/>
            <a:ext cx="43796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400" b="1" dirty="0">
                <a:solidFill>
                  <a:schemeClr val="accent2">
                    <a:lumMod val="76000"/>
                  </a:schemeClr>
                </a:solidFill>
              </a:rPr>
              <a:t>Future Work</a:t>
            </a:r>
          </a:p>
        </p:txBody>
      </p:sp>
      <p:sp>
        <p:nvSpPr>
          <p:cNvPr id="6" name="Rettangolo con angoli arrotondati 5">
            <a:extLst>
              <a:ext uri="{FF2B5EF4-FFF2-40B4-BE49-F238E27FC236}">
                <a16:creationId xmlns:a16="http://schemas.microsoft.com/office/drawing/2014/main" id="{CBB7E483-3380-46EE-885A-32115515353F}"/>
              </a:ext>
            </a:extLst>
          </p:cNvPr>
          <p:cNvSpPr/>
          <p:nvPr/>
        </p:nvSpPr>
        <p:spPr>
          <a:xfrm>
            <a:off x="790089" y="733224"/>
            <a:ext cx="1895006" cy="820524"/>
          </a:xfrm>
          <a:prstGeom prst="round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7" name="CasellaDiTesto 6">
            <a:extLst>
              <a:ext uri="{FF2B5EF4-FFF2-40B4-BE49-F238E27FC236}">
                <a16:creationId xmlns:a16="http://schemas.microsoft.com/office/drawing/2014/main" id="{52D91C1C-4A3D-4F35-96CE-612E7831BCA8}"/>
              </a:ext>
            </a:extLst>
          </p:cNvPr>
          <p:cNvSpPr txBox="1"/>
          <p:nvPr/>
        </p:nvSpPr>
        <p:spPr>
          <a:xfrm>
            <a:off x="868813" y="792413"/>
            <a:ext cx="1737557" cy="623248"/>
          </a:xfrm>
          <a:prstGeom prst="rect">
            <a:avLst/>
          </a:prstGeom>
          <a:noFill/>
        </p:spPr>
        <p:txBody>
          <a:bodyPr wrap="square" rtlCol="0">
            <a:spAutoFit/>
          </a:bodyPr>
          <a:lstStyle/>
          <a:p>
            <a:pPr algn="ctr">
              <a:spcAft>
                <a:spcPts val="300"/>
              </a:spcAft>
            </a:pPr>
            <a:r>
              <a:rPr lang="it-IT" sz="800" b="1" dirty="0" err="1">
                <a:solidFill>
                  <a:schemeClr val="tx1"/>
                </a:solidFill>
                <a:latin typeface="+mn-lt"/>
              </a:rPr>
              <a:t>Synthesis</a:t>
            </a:r>
            <a:r>
              <a:rPr lang="it-IT" sz="800" b="1" dirty="0">
                <a:solidFill>
                  <a:schemeClr val="tx1"/>
                </a:solidFill>
                <a:latin typeface="+mn-lt"/>
              </a:rPr>
              <a:t> &amp; </a:t>
            </a:r>
            <a:r>
              <a:rPr lang="it-IT" sz="800" b="1" dirty="0" err="1">
                <a:solidFill>
                  <a:schemeClr val="tx1"/>
                </a:solidFill>
                <a:latin typeface="+mn-lt"/>
              </a:rPr>
              <a:t>Validation</a:t>
            </a:r>
            <a:endParaRPr lang="it-IT" sz="800" dirty="0">
              <a:solidFill>
                <a:schemeClr val="tx1"/>
              </a:solidFill>
              <a:latin typeface="+mn-lt"/>
            </a:endParaRPr>
          </a:p>
          <a:p>
            <a:pPr algn="ctr"/>
            <a:endParaRPr lang="it-IT" sz="800" dirty="0">
              <a:latin typeface="+mn-lt"/>
            </a:endParaRPr>
          </a:p>
          <a:p>
            <a:pPr algn="ctr"/>
            <a:r>
              <a:rPr lang="it-IT" sz="800" dirty="0" err="1">
                <a:latin typeface="+mn-lt"/>
              </a:rPr>
              <a:t>Extend</a:t>
            </a:r>
            <a:r>
              <a:rPr lang="it-IT" sz="800" dirty="0">
                <a:latin typeface="+mn-lt"/>
              </a:rPr>
              <a:t> the </a:t>
            </a:r>
            <a:r>
              <a:rPr lang="it-IT" sz="800" dirty="0" err="1">
                <a:latin typeface="+mn-lt"/>
              </a:rPr>
              <a:t>critic</a:t>
            </a:r>
            <a:r>
              <a:rPr lang="it-IT" sz="800" dirty="0">
                <a:latin typeface="+mn-lt"/>
              </a:rPr>
              <a:t> agent to check the </a:t>
            </a:r>
            <a:r>
              <a:rPr lang="it-IT" sz="800" dirty="0" err="1">
                <a:latin typeface="+mn-lt"/>
              </a:rPr>
              <a:t>synthesizer</a:t>
            </a:r>
            <a:r>
              <a:rPr lang="it-IT" sz="800" dirty="0">
                <a:latin typeface="+mn-lt"/>
              </a:rPr>
              <a:t> </a:t>
            </a:r>
            <a:r>
              <a:rPr lang="it-IT" sz="800" dirty="0" err="1">
                <a:latin typeface="+mn-lt"/>
              </a:rPr>
              <a:t>answer</a:t>
            </a:r>
            <a:r>
              <a:rPr lang="it-IT" sz="800" dirty="0">
                <a:latin typeface="+mn-lt"/>
              </a:rPr>
              <a:t>.</a:t>
            </a:r>
          </a:p>
        </p:txBody>
      </p:sp>
      <p:cxnSp>
        <p:nvCxnSpPr>
          <p:cNvPr id="9" name="Connettore diritto 8">
            <a:extLst>
              <a:ext uri="{FF2B5EF4-FFF2-40B4-BE49-F238E27FC236}">
                <a16:creationId xmlns:a16="http://schemas.microsoft.com/office/drawing/2014/main" id="{6B87EEFA-9BD2-462C-9E36-5709B9F86AE4}"/>
              </a:ext>
            </a:extLst>
          </p:cNvPr>
          <p:cNvCxnSpPr>
            <a:cxnSpLocks/>
          </p:cNvCxnSpPr>
          <p:nvPr/>
        </p:nvCxnSpPr>
        <p:spPr>
          <a:xfrm>
            <a:off x="879809" y="980800"/>
            <a:ext cx="1745992" cy="0"/>
          </a:xfrm>
          <a:prstGeom prst="line">
            <a:avLst/>
          </a:prstGeom>
        </p:spPr>
        <p:style>
          <a:lnRef idx="1">
            <a:schemeClr val="dk1"/>
          </a:lnRef>
          <a:fillRef idx="0">
            <a:schemeClr val="dk1"/>
          </a:fillRef>
          <a:effectRef idx="0">
            <a:schemeClr val="dk1"/>
          </a:effectRef>
          <a:fontRef idx="minor">
            <a:schemeClr val="tx1"/>
          </a:fontRef>
        </p:style>
      </p:cxnSp>
      <p:sp>
        <p:nvSpPr>
          <p:cNvPr id="10" name="Rettangolo con angoli arrotondati 9">
            <a:extLst>
              <a:ext uri="{FF2B5EF4-FFF2-40B4-BE49-F238E27FC236}">
                <a16:creationId xmlns:a16="http://schemas.microsoft.com/office/drawing/2014/main" id="{0E1D6714-B4FE-4F44-9672-AA07E7DE6169}"/>
              </a:ext>
            </a:extLst>
          </p:cNvPr>
          <p:cNvSpPr/>
          <p:nvPr/>
        </p:nvSpPr>
        <p:spPr>
          <a:xfrm>
            <a:off x="2990985" y="748288"/>
            <a:ext cx="1895006" cy="797456"/>
          </a:xfrm>
          <a:prstGeom prst="round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11" name="CasellaDiTesto 10">
            <a:extLst>
              <a:ext uri="{FF2B5EF4-FFF2-40B4-BE49-F238E27FC236}">
                <a16:creationId xmlns:a16="http://schemas.microsoft.com/office/drawing/2014/main" id="{FB8777A7-53CD-42E8-8709-02C28642C00F}"/>
              </a:ext>
            </a:extLst>
          </p:cNvPr>
          <p:cNvSpPr txBox="1"/>
          <p:nvPr/>
        </p:nvSpPr>
        <p:spPr>
          <a:xfrm>
            <a:off x="3069709" y="807477"/>
            <a:ext cx="1737557" cy="623248"/>
          </a:xfrm>
          <a:prstGeom prst="rect">
            <a:avLst/>
          </a:prstGeom>
          <a:noFill/>
        </p:spPr>
        <p:txBody>
          <a:bodyPr wrap="square" rtlCol="0">
            <a:spAutoFit/>
          </a:bodyPr>
          <a:lstStyle/>
          <a:p>
            <a:pPr algn="ctr">
              <a:spcAft>
                <a:spcPts val="300"/>
              </a:spcAft>
            </a:pPr>
            <a:r>
              <a:rPr lang="it-IT" sz="800" b="1" dirty="0">
                <a:solidFill>
                  <a:schemeClr val="tx1"/>
                </a:solidFill>
                <a:latin typeface="+mn-lt"/>
              </a:rPr>
              <a:t>LLM </a:t>
            </a:r>
            <a:r>
              <a:rPr lang="it-IT" sz="800" b="1" dirty="0" err="1">
                <a:solidFill>
                  <a:schemeClr val="tx1"/>
                </a:solidFill>
                <a:latin typeface="+mn-lt"/>
              </a:rPr>
              <a:t>Efficiency</a:t>
            </a:r>
            <a:endParaRPr lang="it-IT" sz="800" dirty="0">
              <a:solidFill>
                <a:schemeClr val="tx1"/>
              </a:solidFill>
              <a:latin typeface="+mn-lt"/>
            </a:endParaRPr>
          </a:p>
          <a:p>
            <a:pPr algn="ctr"/>
            <a:r>
              <a:rPr lang="it-IT" sz="800" dirty="0" err="1">
                <a:latin typeface="+mn-lt"/>
              </a:rPr>
              <a:t>Evaluate</a:t>
            </a:r>
            <a:r>
              <a:rPr lang="it-IT" sz="800" dirty="0">
                <a:latin typeface="+mn-lt"/>
              </a:rPr>
              <a:t> FUNES </a:t>
            </a:r>
            <a:r>
              <a:rPr lang="it-IT" sz="800" dirty="0" err="1">
                <a:latin typeface="+mn-lt"/>
              </a:rPr>
              <a:t>across</a:t>
            </a:r>
            <a:r>
              <a:rPr lang="it-IT" sz="800" dirty="0">
                <a:latin typeface="+mn-lt"/>
              </a:rPr>
              <a:t> diverse model sizes. (The </a:t>
            </a:r>
            <a:r>
              <a:rPr lang="it-IT" sz="800" dirty="0" err="1">
                <a:latin typeface="+mn-lt"/>
              </a:rPr>
              <a:t>orchestration</a:t>
            </a:r>
            <a:r>
              <a:rPr lang="it-IT" sz="800" dirty="0">
                <a:latin typeface="+mn-lt"/>
              </a:rPr>
              <a:t> can compensate </a:t>
            </a:r>
            <a:r>
              <a:rPr lang="it-IT" sz="800" dirty="0" err="1">
                <a:latin typeface="+mn-lt"/>
              </a:rPr>
              <a:t>smaller</a:t>
            </a:r>
            <a:r>
              <a:rPr lang="it-IT" sz="800" dirty="0">
                <a:latin typeface="+mn-lt"/>
              </a:rPr>
              <a:t> models)</a:t>
            </a:r>
          </a:p>
        </p:txBody>
      </p:sp>
      <p:cxnSp>
        <p:nvCxnSpPr>
          <p:cNvPr id="12" name="Connettore diritto 11">
            <a:extLst>
              <a:ext uri="{FF2B5EF4-FFF2-40B4-BE49-F238E27FC236}">
                <a16:creationId xmlns:a16="http://schemas.microsoft.com/office/drawing/2014/main" id="{376735C1-AA23-4E6D-B56E-823AFA179185}"/>
              </a:ext>
            </a:extLst>
          </p:cNvPr>
          <p:cNvCxnSpPr>
            <a:cxnSpLocks/>
          </p:cNvCxnSpPr>
          <p:nvPr/>
        </p:nvCxnSpPr>
        <p:spPr>
          <a:xfrm>
            <a:off x="3077800" y="995864"/>
            <a:ext cx="1745992" cy="0"/>
          </a:xfrm>
          <a:prstGeom prst="line">
            <a:avLst/>
          </a:prstGeom>
        </p:spPr>
        <p:style>
          <a:lnRef idx="1">
            <a:schemeClr val="dk1"/>
          </a:lnRef>
          <a:fillRef idx="0">
            <a:schemeClr val="dk1"/>
          </a:fillRef>
          <a:effectRef idx="0">
            <a:schemeClr val="dk1"/>
          </a:effectRef>
          <a:fontRef idx="minor">
            <a:schemeClr val="tx1"/>
          </a:fontRef>
        </p:style>
      </p:cxnSp>
      <p:sp>
        <p:nvSpPr>
          <p:cNvPr id="17" name="Rettangolo con angoli arrotondati 16">
            <a:extLst>
              <a:ext uri="{FF2B5EF4-FFF2-40B4-BE49-F238E27FC236}">
                <a16:creationId xmlns:a16="http://schemas.microsoft.com/office/drawing/2014/main" id="{2308EEE6-AE7E-40F3-9BF5-87DF4956ECF5}"/>
              </a:ext>
            </a:extLst>
          </p:cNvPr>
          <p:cNvSpPr/>
          <p:nvPr/>
        </p:nvSpPr>
        <p:spPr>
          <a:xfrm>
            <a:off x="3002137" y="1604048"/>
            <a:ext cx="1895006" cy="682437"/>
          </a:xfrm>
          <a:prstGeom prst="round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18" name="CasellaDiTesto 17">
            <a:extLst>
              <a:ext uri="{FF2B5EF4-FFF2-40B4-BE49-F238E27FC236}">
                <a16:creationId xmlns:a16="http://schemas.microsoft.com/office/drawing/2014/main" id="{54659245-39F4-48BD-B0D5-ECCF9B058D7F}"/>
              </a:ext>
            </a:extLst>
          </p:cNvPr>
          <p:cNvSpPr txBox="1"/>
          <p:nvPr/>
        </p:nvSpPr>
        <p:spPr>
          <a:xfrm>
            <a:off x="3080861" y="1663237"/>
            <a:ext cx="1737557" cy="623248"/>
          </a:xfrm>
          <a:prstGeom prst="rect">
            <a:avLst/>
          </a:prstGeom>
          <a:noFill/>
        </p:spPr>
        <p:txBody>
          <a:bodyPr wrap="square" rtlCol="0">
            <a:spAutoFit/>
          </a:bodyPr>
          <a:lstStyle/>
          <a:p>
            <a:pPr algn="ctr">
              <a:spcAft>
                <a:spcPts val="300"/>
              </a:spcAft>
            </a:pPr>
            <a:r>
              <a:rPr lang="it-IT" sz="800" b="1" dirty="0">
                <a:latin typeface="+mn-lt"/>
              </a:rPr>
              <a:t>Benchmark Scaling</a:t>
            </a:r>
          </a:p>
          <a:p>
            <a:pPr algn="ctr"/>
            <a:r>
              <a:rPr lang="it-IT" sz="800" dirty="0" err="1">
                <a:latin typeface="+mn-lt"/>
              </a:rPr>
              <a:t>Expand</a:t>
            </a:r>
            <a:r>
              <a:rPr lang="it-IT" sz="800" dirty="0">
                <a:latin typeface="+mn-lt"/>
              </a:rPr>
              <a:t> the benchmark with </a:t>
            </a:r>
            <a:r>
              <a:rPr lang="it-IT" sz="800" dirty="0" err="1">
                <a:latin typeface="+mn-lt"/>
              </a:rPr>
              <a:t>larger</a:t>
            </a:r>
            <a:r>
              <a:rPr lang="it-IT" sz="800" dirty="0">
                <a:latin typeface="+mn-lt"/>
              </a:rPr>
              <a:t> datasets, </a:t>
            </a:r>
            <a:r>
              <a:rPr lang="it-IT" sz="800" dirty="0" err="1">
                <a:latin typeface="+mn-lt"/>
              </a:rPr>
              <a:t>complex</a:t>
            </a:r>
            <a:r>
              <a:rPr lang="it-IT" sz="800" dirty="0">
                <a:latin typeface="+mn-lt"/>
              </a:rPr>
              <a:t> </a:t>
            </a:r>
            <a:r>
              <a:rPr lang="it-IT" sz="800" dirty="0" err="1">
                <a:latin typeface="+mn-lt"/>
              </a:rPr>
              <a:t>temporal</a:t>
            </a:r>
            <a:r>
              <a:rPr lang="it-IT" sz="800" dirty="0">
                <a:latin typeface="+mn-lt"/>
              </a:rPr>
              <a:t> </a:t>
            </a:r>
            <a:r>
              <a:rPr lang="it-IT" sz="800" dirty="0" err="1">
                <a:latin typeface="+mn-lt"/>
              </a:rPr>
              <a:t>dependencies</a:t>
            </a:r>
            <a:r>
              <a:rPr lang="it-IT" sz="800" dirty="0">
                <a:latin typeface="+mn-lt"/>
              </a:rPr>
              <a:t> and </a:t>
            </a:r>
            <a:r>
              <a:rPr lang="it-IT" sz="800" dirty="0" err="1">
                <a:latin typeface="+mn-lt"/>
              </a:rPr>
              <a:t>ambiguities</a:t>
            </a:r>
            <a:endParaRPr lang="it-IT" sz="800" dirty="0">
              <a:latin typeface="+mn-lt"/>
            </a:endParaRPr>
          </a:p>
        </p:txBody>
      </p:sp>
      <p:cxnSp>
        <p:nvCxnSpPr>
          <p:cNvPr id="19" name="Connettore diritto 18">
            <a:extLst>
              <a:ext uri="{FF2B5EF4-FFF2-40B4-BE49-F238E27FC236}">
                <a16:creationId xmlns:a16="http://schemas.microsoft.com/office/drawing/2014/main" id="{07EBE778-9D2B-4FA4-9323-E92AED734519}"/>
              </a:ext>
            </a:extLst>
          </p:cNvPr>
          <p:cNvCxnSpPr>
            <a:cxnSpLocks/>
          </p:cNvCxnSpPr>
          <p:nvPr/>
        </p:nvCxnSpPr>
        <p:spPr>
          <a:xfrm>
            <a:off x="3091857" y="1851624"/>
            <a:ext cx="1745992" cy="0"/>
          </a:xfrm>
          <a:prstGeom prst="line">
            <a:avLst/>
          </a:prstGeom>
        </p:spPr>
        <p:style>
          <a:lnRef idx="1">
            <a:schemeClr val="dk1"/>
          </a:lnRef>
          <a:fillRef idx="0">
            <a:schemeClr val="dk1"/>
          </a:fillRef>
          <a:effectRef idx="0">
            <a:schemeClr val="dk1"/>
          </a:effectRef>
          <a:fontRef idx="minor">
            <a:schemeClr val="tx1"/>
          </a:fontRef>
        </p:style>
      </p:cxnSp>
      <p:sp>
        <p:nvSpPr>
          <p:cNvPr id="20" name="Rettangolo con angoli arrotondati 19">
            <a:extLst>
              <a:ext uri="{FF2B5EF4-FFF2-40B4-BE49-F238E27FC236}">
                <a16:creationId xmlns:a16="http://schemas.microsoft.com/office/drawing/2014/main" id="{485975AD-56AE-4C9C-B860-1977FA633B39}"/>
              </a:ext>
            </a:extLst>
          </p:cNvPr>
          <p:cNvSpPr/>
          <p:nvPr/>
        </p:nvSpPr>
        <p:spPr>
          <a:xfrm>
            <a:off x="789934" y="1622425"/>
            <a:ext cx="1895006" cy="682437"/>
          </a:xfrm>
          <a:prstGeom prst="round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21" name="CasellaDiTesto 20">
            <a:extLst>
              <a:ext uri="{FF2B5EF4-FFF2-40B4-BE49-F238E27FC236}">
                <a16:creationId xmlns:a16="http://schemas.microsoft.com/office/drawing/2014/main" id="{F5E403FA-708D-4FFC-BD8C-6B92717F5BE8}"/>
              </a:ext>
            </a:extLst>
          </p:cNvPr>
          <p:cNvSpPr txBox="1"/>
          <p:nvPr/>
        </p:nvSpPr>
        <p:spPr>
          <a:xfrm>
            <a:off x="868658" y="1681614"/>
            <a:ext cx="1737557" cy="623248"/>
          </a:xfrm>
          <a:prstGeom prst="rect">
            <a:avLst/>
          </a:prstGeom>
          <a:noFill/>
        </p:spPr>
        <p:txBody>
          <a:bodyPr wrap="square" rtlCol="0">
            <a:spAutoFit/>
          </a:bodyPr>
          <a:lstStyle/>
          <a:p>
            <a:pPr algn="ctr">
              <a:spcAft>
                <a:spcPts val="300"/>
              </a:spcAft>
            </a:pPr>
            <a:r>
              <a:rPr lang="it-IT" sz="800" b="1" dirty="0">
                <a:solidFill>
                  <a:schemeClr val="tx1"/>
                </a:solidFill>
                <a:latin typeface="+mn-lt"/>
              </a:rPr>
              <a:t>Human in the Loop</a:t>
            </a:r>
            <a:endParaRPr lang="it-IT" sz="800" dirty="0">
              <a:solidFill>
                <a:schemeClr val="tx1"/>
              </a:solidFill>
              <a:latin typeface="+mn-lt"/>
            </a:endParaRPr>
          </a:p>
          <a:p>
            <a:pPr algn="ctr"/>
            <a:r>
              <a:rPr lang="it-IT" sz="800" dirty="0" err="1">
                <a:latin typeface="+mn-lt"/>
              </a:rPr>
              <a:t>Evaluate</a:t>
            </a:r>
            <a:r>
              <a:rPr lang="it-IT" sz="800" dirty="0">
                <a:latin typeface="+mn-lt"/>
              </a:rPr>
              <a:t> </a:t>
            </a:r>
            <a:r>
              <a:rPr lang="it-IT" sz="800" dirty="0" err="1">
                <a:latin typeface="+mn-lt"/>
              </a:rPr>
              <a:t>real</a:t>
            </a:r>
            <a:r>
              <a:rPr lang="it-IT" sz="800" dirty="0">
                <a:latin typeface="+mn-lt"/>
              </a:rPr>
              <a:t>-world </a:t>
            </a:r>
            <a:r>
              <a:rPr lang="it-IT" sz="800" dirty="0" err="1">
                <a:latin typeface="+mn-lt"/>
              </a:rPr>
              <a:t>usability</a:t>
            </a:r>
            <a:r>
              <a:rPr lang="it-IT" sz="800" dirty="0">
                <a:latin typeface="+mn-lt"/>
              </a:rPr>
              <a:t>, </a:t>
            </a:r>
            <a:r>
              <a:rPr lang="it-IT" sz="800" dirty="0" err="1">
                <a:latin typeface="+mn-lt"/>
              </a:rPr>
              <a:t>operational</a:t>
            </a:r>
            <a:r>
              <a:rPr lang="it-IT" sz="800" dirty="0">
                <a:latin typeface="+mn-lt"/>
              </a:rPr>
              <a:t> trust and impact </a:t>
            </a:r>
            <a:r>
              <a:rPr lang="it-IT" sz="800" dirty="0" err="1">
                <a:latin typeface="+mn-lt"/>
              </a:rPr>
              <a:t>metrics</a:t>
            </a:r>
            <a:r>
              <a:rPr lang="it-IT" sz="800" dirty="0">
                <a:latin typeface="+mn-lt"/>
              </a:rPr>
              <a:t> like time-to-</a:t>
            </a:r>
            <a:r>
              <a:rPr lang="it-IT" sz="800" dirty="0" err="1">
                <a:latin typeface="+mn-lt"/>
              </a:rPr>
              <a:t>decision</a:t>
            </a:r>
            <a:r>
              <a:rPr lang="it-IT" sz="800" dirty="0">
                <a:latin typeface="+mn-lt"/>
              </a:rPr>
              <a:t>.</a:t>
            </a:r>
          </a:p>
        </p:txBody>
      </p:sp>
      <p:cxnSp>
        <p:nvCxnSpPr>
          <p:cNvPr id="22" name="Connettore diritto 21">
            <a:extLst>
              <a:ext uri="{FF2B5EF4-FFF2-40B4-BE49-F238E27FC236}">
                <a16:creationId xmlns:a16="http://schemas.microsoft.com/office/drawing/2014/main" id="{CCC57727-467D-42D2-8B41-2EF37EA9A066}"/>
              </a:ext>
            </a:extLst>
          </p:cNvPr>
          <p:cNvCxnSpPr>
            <a:cxnSpLocks/>
          </p:cNvCxnSpPr>
          <p:nvPr/>
        </p:nvCxnSpPr>
        <p:spPr>
          <a:xfrm>
            <a:off x="879654" y="1870001"/>
            <a:ext cx="1745992" cy="0"/>
          </a:xfrm>
          <a:prstGeom prst="line">
            <a:avLst/>
          </a:prstGeom>
        </p:spPr>
        <p:style>
          <a:lnRef idx="1">
            <a:schemeClr val="dk1"/>
          </a:lnRef>
          <a:fillRef idx="0">
            <a:schemeClr val="dk1"/>
          </a:fillRef>
          <a:effectRef idx="0">
            <a:schemeClr val="dk1"/>
          </a:effectRef>
          <a:fontRef idx="minor">
            <a:schemeClr val="tx1"/>
          </a:fontRef>
        </p:style>
      </p:cxnSp>
      <p:sp>
        <p:nvSpPr>
          <p:cNvPr id="23" name="Rettangolo con angoli arrotondati 22">
            <a:extLst>
              <a:ext uri="{FF2B5EF4-FFF2-40B4-BE49-F238E27FC236}">
                <a16:creationId xmlns:a16="http://schemas.microsoft.com/office/drawing/2014/main" id="{16663FCB-4D70-4922-AB87-7C069F09DFBA}"/>
              </a:ext>
            </a:extLst>
          </p:cNvPr>
          <p:cNvSpPr/>
          <p:nvPr/>
        </p:nvSpPr>
        <p:spPr>
          <a:xfrm>
            <a:off x="1935397" y="2377910"/>
            <a:ext cx="1895006" cy="682437"/>
          </a:xfrm>
          <a:prstGeom prst="round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buFont typeface="Arial" panose="020B0604020202020204" pitchFamily="34" charset="0"/>
              <a:buChar char="•"/>
            </a:pPr>
            <a:endParaRPr lang="it-IT" sz="900" dirty="0">
              <a:solidFill>
                <a:schemeClr val="tx1"/>
              </a:solidFill>
            </a:endParaRPr>
          </a:p>
          <a:p>
            <a:pPr algn="ctr"/>
            <a:endParaRPr lang="it-IT" dirty="0"/>
          </a:p>
        </p:txBody>
      </p:sp>
      <p:sp>
        <p:nvSpPr>
          <p:cNvPr id="24" name="CasellaDiTesto 23">
            <a:extLst>
              <a:ext uri="{FF2B5EF4-FFF2-40B4-BE49-F238E27FC236}">
                <a16:creationId xmlns:a16="http://schemas.microsoft.com/office/drawing/2014/main" id="{107881B8-7F68-4FFC-8A5C-0C38292D2A82}"/>
              </a:ext>
            </a:extLst>
          </p:cNvPr>
          <p:cNvSpPr txBox="1"/>
          <p:nvPr/>
        </p:nvSpPr>
        <p:spPr>
          <a:xfrm>
            <a:off x="2014121" y="2437099"/>
            <a:ext cx="1737557" cy="623248"/>
          </a:xfrm>
          <a:prstGeom prst="rect">
            <a:avLst/>
          </a:prstGeom>
          <a:noFill/>
        </p:spPr>
        <p:txBody>
          <a:bodyPr wrap="square" rtlCol="0">
            <a:spAutoFit/>
          </a:bodyPr>
          <a:lstStyle/>
          <a:p>
            <a:pPr algn="ctr">
              <a:spcAft>
                <a:spcPts val="300"/>
              </a:spcAft>
            </a:pPr>
            <a:r>
              <a:rPr lang="it-IT" sz="800" b="1" dirty="0" err="1">
                <a:latin typeface="+mn-lt"/>
              </a:rPr>
              <a:t>Evidence</a:t>
            </a:r>
            <a:r>
              <a:rPr lang="it-IT" sz="800" b="1" dirty="0">
                <a:latin typeface="+mn-lt"/>
              </a:rPr>
              <a:t> Grounding</a:t>
            </a:r>
          </a:p>
          <a:p>
            <a:pPr algn="ctr"/>
            <a:r>
              <a:rPr lang="it-IT" sz="800" dirty="0">
                <a:latin typeface="+mn-lt"/>
              </a:rPr>
              <a:t>Introduce </a:t>
            </a:r>
            <a:r>
              <a:rPr lang="it-IT" sz="800" dirty="0" err="1">
                <a:latin typeface="+mn-lt"/>
              </a:rPr>
              <a:t>evidence</a:t>
            </a:r>
            <a:r>
              <a:rPr lang="it-IT" sz="800" dirty="0">
                <a:latin typeface="+mn-lt"/>
              </a:rPr>
              <a:t> </a:t>
            </a:r>
            <a:r>
              <a:rPr lang="it-IT" sz="800" dirty="0" err="1">
                <a:latin typeface="+mn-lt"/>
              </a:rPr>
              <a:t>graphs</a:t>
            </a:r>
            <a:r>
              <a:rPr lang="it-IT" sz="800" dirty="0">
                <a:latin typeface="+mn-lt"/>
              </a:rPr>
              <a:t> for full e2e </a:t>
            </a:r>
            <a:r>
              <a:rPr lang="it-IT" sz="800" dirty="0" err="1">
                <a:latin typeface="+mn-lt"/>
              </a:rPr>
              <a:t>treceability</a:t>
            </a:r>
            <a:r>
              <a:rPr lang="it-IT" sz="800" dirty="0">
                <a:latin typeface="+mn-lt"/>
              </a:rPr>
              <a:t> of the </a:t>
            </a:r>
            <a:r>
              <a:rPr lang="it-IT" sz="800" dirty="0" err="1">
                <a:latin typeface="+mn-lt"/>
              </a:rPr>
              <a:t>whole</a:t>
            </a:r>
            <a:r>
              <a:rPr lang="it-IT" sz="800" dirty="0">
                <a:latin typeface="+mn-lt"/>
              </a:rPr>
              <a:t> system </a:t>
            </a:r>
            <a:r>
              <a:rPr lang="it-IT" sz="800" dirty="0" err="1">
                <a:latin typeface="+mn-lt"/>
              </a:rPr>
              <a:t>reasoning</a:t>
            </a:r>
            <a:r>
              <a:rPr lang="it-IT" sz="800" dirty="0">
                <a:latin typeface="+mn-lt"/>
              </a:rPr>
              <a:t> steps.</a:t>
            </a:r>
          </a:p>
        </p:txBody>
      </p:sp>
      <p:cxnSp>
        <p:nvCxnSpPr>
          <p:cNvPr id="25" name="Connettore diritto 24">
            <a:extLst>
              <a:ext uri="{FF2B5EF4-FFF2-40B4-BE49-F238E27FC236}">
                <a16:creationId xmlns:a16="http://schemas.microsoft.com/office/drawing/2014/main" id="{43312EDF-97A2-4BB3-8399-DFC74590DF54}"/>
              </a:ext>
            </a:extLst>
          </p:cNvPr>
          <p:cNvCxnSpPr>
            <a:cxnSpLocks/>
          </p:cNvCxnSpPr>
          <p:nvPr/>
        </p:nvCxnSpPr>
        <p:spPr>
          <a:xfrm>
            <a:off x="2025117" y="2625486"/>
            <a:ext cx="1745992"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931337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5934F94-9817-7D20-FF6B-AA29BE8CA3E5}"/>
              </a:ext>
            </a:extLst>
          </p:cNvPr>
          <p:cNvSpPr/>
          <p:nvPr/>
        </p:nvSpPr>
        <p:spPr>
          <a:xfrm>
            <a:off x="721475" y="1206926"/>
            <a:ext cx="4403771" cy="830997"/>
          </a:xfrm>
          <a:prstGeom prst="rect">
            <a:avLst/>
          </a:prstGeom>
          <a:noFill/>
        </p:spPr>
        <p:txBody>
          <a:bodyPr wrap="none" lIns="91440" tIns="45720" rIns="91440" bIns="45720" anchor="t">
            <a:spAutoFit/>
          </a:bodyPr>
          <a:lstStyle/>
          <a:p>
            <a:pPr algn="ctr"/>
            <a:r>
              <a:rPr lang="en-US" sz="2400" b="1" cap="none" spc="0">
                <a:ln w="6600">
                  <a:solidFill>
                    <a:schemeClr val="accent2"/>
                  </a:solidFill>
                  <a:prstDash val="solid"/>
                </a:ln>
                <a:solidFill>
                  <a:srgbClr val="FFFFFF"/>
                </a:solidFill>
                <a:effectLst>
                  <a:outerShdw dist="38100" dir="2700000" algn="tl" rotWithShape="0">
                    <a:schemeClr val="accent2"/>
                  </a:outerShdw>
                </a:effectLst>
              </a:rPr>
              <a:t>Thank you for your Attention</a:t>
            </a:r>
            <a:endParaRPr lang="en-US" sz="2400" b="1">
              <a:ln w="6600">
                <a:solidFill>
                  <a:schemeClr val="accent2"/>
                </a:solidFill>
                <a:prstDash val="solid"/>
              </a:ln>
              <a:solidFill>
                <a:srgbClr val="FFFFFF"/>
              </a:solidFill>
              <a:effectLst>
                <a:outerShdw dist="38100" dir="2700000" algn="tl" rotWithShape="0">
                  <a:schemeClr val="accent2"/>
                </a:outerShdw>
              </a:effectLst>
            </a:endParaRPr>
          </a:p>
          <a:p>
            <a:pPr algn="ctr"/>
            <a:r>
              <a:rPr lang="en-US" sz="2400" b="1">
                <a:ln w="6600">
                  <a:solidFill>
                    <a:schemeClr val="accent2"/>
                  </a:solidFill>
                  <a:prstDash val="solid"/>
                </a:ln>
                <a:solidFill>
                  <a:srgbClr val="FFFFFF"/>
                </a:solidFill>
                <a:effectLst>
                  <a:outerShdw dist="38100" dir="2700000" algn="tl" rotWithShape="0">
                    <a:schemeClr val="accent2"/>
                  </a:outerShdw>
                </a:effectLst>
              </a:rPr>
              <a:t>Any Questions?</a:t>
            </a:r>
            <a:endParaRPr lang="en-US" sz="2400" b="1" cap="none" spc="0">
              <a:ln w="6600">
                <a:solidFill>
                  <a:srgbClr val="C0504D"/>
                </a:solidFill>
                <a:prstDash val="solid"/>
              </a:ln>
              <a:solidFill>
                <a:srgbClr val="FFFFFF"/>
              </a:solidFill>
              <a:effectLst>
                <a:outerShdw dist="38100" dir="2700000" algn="tl" rotWithShape="0">
                  <a:srgbClr val="C0504D"/>
                </a:outerShdw>
              </a:effectLst>
            </a:endParaRPr>
          </a:p>
        </p:txBody>
      </p:sp>
      <p:pic>
        <p:nvPicPr>
          <p:cNvPr id="11" name="Picture 10">
            <a:extLst>
              <a:ext uri="{FF2B5EF4-FFF2-40B4-BE49-F238E27FC236}">
                <a16:creationId xmlns:a16="http://schemas.microsoft.com/office/drawing/2014/main" id="{CD5774BA-2CC2-4B17-E8B4-A922C5B7F3D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83889" y="1713925"/>
            <a:ext cx="1082715" cy="1443620"/>
          </a:xfrm>
          <a:prstGeom prst="rect">
            <a:avLst/>
          </a:prstGeom>
        </p:spPr>
      </p:pic>
    </p:spTree>
    <p:extLst>
      <p:ext uri="{BB962C8B-B14F-4D97-AF65-F5344CB8AC3E}">
        <p14:creationId xmlns:p14="http://schemas.microsoft.com/office/powerpoint/2010/main" val="32934475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10285</TotalTime>
  <Words>1268</Words>
  <Application>Microsoft Office PowerPoint</Application>
  <PresentationFormat>Personalizzato</PresentationFormat>
  <Paragraphs>259</Paragraphs>
  <Slides>23</Slides>
  <Notes>7</Notes>
  <HiddenSlides>0</HiddenSlides>
  <MMClips>0</MMClips>
  <ScaleCrop>false</ScaleCrop>
  <HeadingPairs>
    <vt:vector size="6" baseType="variant">
      <vt:variant>
        <vt:lpstr>Caratteri utilizzati</vt:lpstr>
      </vt:variant>
      <vt:variant>
        <vt:i4>7</vt:i4>
      </vt:variant>
      <vt:variant>
        <vt:lpstr>Tema</vt:lpstr>
      </vt:variant>
      <vt:variant>
        <vt:i4>1</vt:i4>
      </vt:variant>
      <vt:variant>
        <vt:lpstr>Titoli diapositive</vt:lpstr>
      </vt:variant>
      <vt:variant>
        <vt:i4>23</vt:i4>
      </vt:variant>
    </vt:vector>
  </HeadingPairs>
  <TitlesOfParts>
    <vt:vector size="31" baseType="lpstr">
      <vt:lpstr>Yu Gothic UI</vt:lpstr>
      <vt:lpstr>Arial</vt:lpstr>
      <vt:lpstr>Calibri</vt:lpstr>
      <vt:lpstr>Sora Semi Bold</vt:lpstr>
      <vt:lpstr>Tomorrow</vt:lpstr>
      <vt:lpstr>Tomorrow Light</vt:lpstr>
      <vt:lpstr>Tomorrow Semi Bold</vt:lpstr>
      <vt:lpstr>Office Theme</vt:lpstr>
      <vt:lpstr>Multi-Agent Decision Support System for Space Mission Operations</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FUNES System</vt:lpstr>
      <vt:lpstr>FUNES System – PoC Chat capability</vt:lpstr>
      <vt:lpstr>FUNES PoC - AI Module</vt:lpstr>
      <vt:lpstr>Presentazione standard di PowerPoint</vt:lpstr>
      <vt:lpstr>Proposed Scenario</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Multi-Agent Framework for Automated Penetration Testing with LLM Integration - Master's Thesis Defense</dc:title>
  <dc:creator>Wendy Rosettini</dc:creator>
  <cp:lastModifiedBy>Antonio Lissa Lattanzio</cp:lastModifiedBy>
  <cp:revision>261</cp:revision>
  <dcterms:created xsi:type="dcterms:W3CDTF">2025-09-12T10:37:12Z</dcterms:created>
  <dcterms:modified xsi:type="dcterms:W3CDTF">2026-10-23T05:10:28Z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2025-09-12T00:00:00Z</vt:filetime>
  </property>
  <property fmtid="{D5CDD505-2E9C-101B-9397-08002B2CF9AE}" pid="3" name="Creator">
    <vt:lpwstr>LaTeX with Beamer class</vt:lpwstr>
  </property>
  <property fmtid="{D5CDD505-2E9C-101B-9397-08002B2CF9AE}" pid="4" name="LastSaved">
    <vt:filetime>2025-09-12T00:00:00Z</vt:filetime>
  </property>
  <property fmtid="{D5CDD505-2E9C-101B-9397-08002B2CF9AE}" pid="5" name="PTEX.Fullbanner">
    <vt:lpwstr>This is pdfTeX, Version 3.141592653-2.6-1.40.26 (TeX Live 2024) kpathsea version 6.4.0</vt:lpwstr>
  </property>
  <property fmtid="{D5CDD505-2E9C-101B-9397-08002B2CF9AE}" pid="6" name="Producer">
    <vt:lpwstr>3-Heights(TM) PDF Security Shell 4.8.25.2 (http://www.pdf-tools.com)</vt:lpwstr>
  </property>
</Properties>
</file>